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</p:sldMasterIdLst>
  <p:sldIdLst>
    <p:sldId id="258" r:id="rId5"/>
    <p:sldId id="259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75"/>
  </p:normalViewPr>
  <p:slideViewPr>
    <p:cSldViewPr snapToGrid="0">
      <p:cViewPr varScale="1">
        <p:scale>
          <a:sx n="81" d="100"/>
          <a:sy n="81" d="100"/>
        </p:scale>
        <p:origin x="8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713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1287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5318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45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020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593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0339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6274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8125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3142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3392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2467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3087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0246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637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5255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8144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0270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09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673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952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29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40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22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2.4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Debugging with </a:t>
            </a:r>
            <a:r>
              <a:rPr lang="en-IN" sz="4266" i="1" dirty="0" err="1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GHCi</a:t>
            </a:r>
            <a:endParaRPr lang="en-IN" sz="4266" i="1" dirty="0">
              <a:solidFill>
                <a:srgbClr val="F79646">
                  <a:lumMod val="75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21749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Customizing GHCi startup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Debugging Haskell programs </a:t>
            </a: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in GHCi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21749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Not commonly addressed in most Haskell tutorials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GHCi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can provide powerful insights into the </a:t>
            </a:r>
            <a:r>
              <a:rPr lang="en-US" sz="2399" i="1" dirty="0">
                <a:solidFill>
                  <a:prstClr val="white"/>
                </a:solidFill>
                <a:latin typeface="Segoe UI Light" panose="020B0502040204020203" pitchFamily="34" charset="0"/>
              </a:rPr>
              <a:t>runtime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</a:t>
            </a:r>
            <a:r>
              <a:rPr lang="en-US" sz="23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behaviour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of programs</a:t>
            </a:r>
          </a:p>
        </p:txBody>
      </p:sp>
    </p:spTree>
    <p:extLst>
      <p:ext uri="{BB962C8B-B14F-4D97-AF65-F5344CB8AC3E}">
        <p14:creationId xmlns:p14="http://schemas.microsoft.com/office/powerpoint/2010/main" val="275077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788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Our first Haskell programs</a:t>
            </a:r>
          </a:p>
          <a:p>
            <a:pPr defTabSz="1088268"/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More visual aspects of Haskell programs</a:t>
            </a:r>
          </a:p>
          <a:p>
            <a:pPr defTabSz="1088268"/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GHCi and interactive Haskell</a:t>
            </a:r>
          </a:p>
          <a:p>
            <a:pPr defTabSz="1088268"/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More advanced GHCi</a:t>
            </a:r>
            <a:endParaRPr lang="en-IN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78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293" y="3136235"/>
            <a:ext cx="10969414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>
                <a:solidFill>
                  <a:prstClr val="white"/>
                </a:solidFill>
                <a:latin typeface="Segoe UI Light" panose="020B0502040204020203" pitchFamily="34" charset="0"/>
              </a:rPr>
              <a:t>Haskell in depth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56766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75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Century Gothic</vt:lpstr>
      <vt:lpstr>Gisha</vt:lpstr>
      <vt:lpstr>Segoe UI Light</vt:lpstr>
      <vt:lpstr>1_Office Theme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18</cp:revision>
  <dcterms:created xsi:type="dcterms:W3CDTF">2015-06-11T06:54:04Z</dcterms:created>
  <dcterms:modified xsi:type="dcterms:W3CDTF">2017-02-19T20:49:22Z</dcterms:modified>
</cp:coreProperties>
</file>