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2" r:id="rId2"/>
  </p:sldMasterIdLst>
  <p:sldIdLst>
    <p:sldId id="258" r:id="rId3"/>
    <p:sldId id="259" r:id="rId4"/>
    <p:sldId id="262" r:id="rId5"/>
    <p:sldId id="261" r:id="rId6"/>
  </p:sldIdLst>
  <p:sldSz cx="12192000" cy="6858000"/>
  <p:notesSz cx="6858000" cy="9144000"/>
  <p:embeddedFontLst>
    <p:embeddedFont>
      <p:font typeface="Century Gothic" panose="020B0502020202020204" pitchFamily="34" charset="0"/>
      <p:regular r:id="rId7"/>
      <p:bold r:id="rId8"/>
      <p:italic r:id="rId9"/>
      <p:boldItalic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Segoe UI Light" panose="020B0502040204020203" pitchFamily="34" charset="0"/>
      <p:regular r:id="rId15"/>
      <p: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75"/>
  </p:normalViewPr>
  <p:slideViewPr>
    <p:cSldViewPr snapToGrid="0">
      <p:cViewPr varScale="1">
        <p:scale>
          <a:sx n="81" d="100"/>
          <a:sy n="81" d="100"/>
        </p:scale>
        <p:origin x="8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2/19/2017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 dirty="0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Fundamentals of Practical Haskell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2.3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GHCi and interactive Haskell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3063510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What is GHCi?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Making sure we have Stack configured correctly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Starting GHCi from the command line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The basic commands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GHCi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232510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“GHC” stands for “Glasgow Haskell Compiler”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Full name: “The Glorious Glasgow Haskell Compilation System”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“GHCi” is “Glasgow Haskell Compiler Interactive”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15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dirty="0">
                <a:solidFill>
                  <a:prstClr val="white"/>
                </a:solidFill>
                <a:latin typeface="Segoe UI Light" panose="020B0502040204020203" pitchFamily="34" charset="0"/>
              </a:rPr>
              <a:t>Debugging with </a:t>
            </a:r>
            <a:r>
              <a:rPr lang="en-US" sz="3999" dirty="0" err="1">
                <a:solidFill>
                  <a:prstClr val="white"/>
                </a:solidFill>
                <a:latin typeface="Segoe UI Light" panose="020B0502040204020203" pitchFamily="34" charset="0"/>
              </a:rPr>
              <a:t>GHCi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83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Century Gothic</vt:lpstr>
      <vt:lpstr>Gisha</vt:lpstr>
      <vt:lpstr>Calibri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18</cp:revision>
  <dcterms:created xsi:type="dcterms:W3CDTF">2015-06-11T06:54:04Z</dcterms:created>
  <dcterms:modified xsi:type="dcterms:W3CDTF">2017-02-19T23:23:46Z</dcterms:modified>
</cp:coreProperties>
</file>