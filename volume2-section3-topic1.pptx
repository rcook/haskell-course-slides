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0" r:id="rId1"/>
    <p:sldMasterId id="2147483691" r:id="rId2"/>
  </p:sldMasterIdLst>
  <p:notesMasterIdLst>
    <p:notesMasterId r:id="rId8"/>
  </p:notesMasterIdLst>
  <p:sldIdLst>
    <p:sldId id="270" r:id="rId3"/>
    <p:sldId id="276" r:id="rId4"/>
    <p:sldId id="258" r:id="rId5"/>
    <p:sldId id="272" r:id="rId6"/>
    <p:sldId id="269" r:id="rId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2220494-F72E-42EC-8C15-EB342598EB4E}">
  <a:tblStyle styleId="{62220494-F72E-42EC-8C15-EB342598EB4E}"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394"/>
    <p:restoredTop sz="87708" autoAdjust="0"/>
  </p:normalViewPr>
  <p:slideViewPr>
    <p:cSldViewPr>
      <p:cViewPr varScale="1">
        <p:scale>
          <a:sx n="116" d="100"/>
          <a:sy n="116" d="100"/>
        </p:scale>
        <p:origin x="76" y="348"/>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Shape 17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1" name="Shape 171"/>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The name of</a:t>
            </a:r>
            <a:r>
              <a:rPr lang="en-US" baseline="0" dirty="0"/>
              <a:t> the section would be mentioned here.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Shape 17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6" name="Shape 176"/>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a:t>
            </a:r>
            <a:r>
              <a:rPr lang="en-US" baseline="0" dirty="0"/>
              <a:t> Slide]</a:t>
            </a:r>
          </a:p>
          <a:p>
            <a:pPr lvl="0" rtl="0">
              <a:spcBef>
                <a:spcPts val="0"/>
              </a:spcBef>
              <a:buNone/>
            </a:pPr>
            <a:r>
              <a:rPr lang="en-US" dirty="0"/>
              <a:t>This is a sort of a road map to</a:t>
            </a:r>
            <a:r>
              <a:rPr lang="en-US" baseline="0" dirty="0"/>
              <a:t> get introduced to the topics of the section and their title. Instead of putting them as straight bullets, we can show a learning path.</a:t>
            </a:r>
            <a:endParaRPr/>
          </a:p>
        </p:txBody>
      </p:sp>
    </p:spTree>
    <p:extLst>
      <p:ext uri="{BB962C8B-B14F-4D97-AF65-F5344CB8AC3E}">
        <p14:creationId xmlns:p14="http://schemas.microsoft.com/office/powerpoint/2010/main" val="584802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Shape 1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5" name="Shape 16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br>
              <a:rPr lang="en-US" dirty="0"/>
            </a:br>
            <a:r>
              <a:rPr lang="en-US" dirty="0"/>
              <a:t>This would be the introduction slide</a:t>
            </a:r>
            <a:r>
              <a:rPr lang="en-US" baseline="0" dirty="0"/>
              <a:t> of the topic that you are covering in this subsection.</a:t>
            </a:r>
          </a:p>
          <a:p>
            <a:pPr lvl="0" rtl="0">
              <a:spcBef>
                <a:spcPts val="0"/>
              </a:spcBef>
              <a:buNone/>
            </a:pPr>
            <a:r>
              <a:rPr lang="en-US" baseline="0" dirty="0"/>
              <a:t>When this slide plays, you could talk about the main aim that we’d be covering in this video.</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7712759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Shape 2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0" name="Shape 27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p>
          <a:p>
            <a:pPr lvl="0" rtl="0">
              <a:spcBef>
                <a:spcPts val="0"/>
              </a:spcBef>
              <a:buNone/>
            </a:pPr>
            <a:r>
              <a:rPr lang="en-US" b="0" dirty="0"/>
              <a:t>Here</a:t>
            </a:r>
            <a:r>
              <a:rPr lang="en-US" b="0" baseline="0" dirty="0"/>
              <a:t> the name of the next video needs to be mentioned. The narration as you guessed it would be just letting the viewer know exactly where we are at and what we’d be taking over next! </a:t>
            </a:r>
            <a:r>
              <a:rPr lang="en-US" b="0" baseline="0">
                <a:sym typeface="Wingdings" pitchFamily="2" charset="2"/>
              </a:rPr>
              <a:t></a:t>
            </a:r>
            <a:endParaRPr b="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Course Title">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390525" y="2803825"/>
            <a:ext cx="8222100" cy="573300"/>
          </a:xfrm>
          <a:prstGeom prst="rect">
            <a:avLst/>
          </a:prstGeom>
        </p:spPr>
        <p:txBody>
          <a:bodyPr lIns="91425" tIns="91425" rIns="91425" bIns="91425" anchor="b" anchorCtr="0"/>
          <a:lstStyle>
            <a:lvl1pPr lvl="0" rtl="0">
              <a:spcBef>
                <a:spcPts val="0"/>
              </a:spcBef>
              <a:buNone/>
              <a:defRPr sz="2600"/>
            </a:lvl1pPr>
            <a:lvl2pPr lvl="1" rtl="0">
              <a:spcBef>
                <a:spcPts val="0"/>
              </a:spcBef>
              <a:buNone/>
              <a:defRPr/>
            </a:lvl2pPr>
            <a:lvl3pPr lvl="2" rtl="0">
              <a:spcBef>
                <a:spcPts val="0"/>
              </a:spcBef>
              <a:buNone/>
              <a:defRPr/>
            </a:lvl3pPr>
            <a:lvl4pPr lvl="3" rtl="0">
              <a:spcBef>
                <a:spcPts val="0"/>
              </a:spcBef>
              <a:buNone/>
              <a:defRPr/>
            </a:lvl4pPr>
            <a:lvl5pPr lvl="4" rtl="0">
              <a:spcBef>
                <a:spcPts val="0"/>
              </a:spcBef>
              <a:buNone/>
              <a:defRPr/>
            </a:lvl5pPr>
            <a:lvl6pPr lvl="5" rtl="0">
              <a:spcBef>
                <a:spcPts val="0"/>
              </a:spcBef>
              <a:buNone/>
              <a:defRPr/>
            </a:lvl6pPr>
            <a:lvl7pPr lvl="6" rtl="0">
              <a:spcBef>
                <a:spcPts val="0"/>
              </a:spcBef>
              <a:buNone/>
              <a:defRPr/>
            </a:lvl7pPr>
            <a:lvl8pPr lvl="7" rtl="0">
              <a:spcBef>
                <a:spcPts val="0"/>
              </a:spcBef>
              <a:buNone/>
              <a:defRPr/>
            </a:lvl8pPr>
            <a:lvl9pPr lvl="8" rtl="0">
              <a:spcBef>
                <a:spcPts val="0"/>
              </a:spcBef>
              <a:buNone/>
              <a:defRPr/>
            </a:lvl9pPr>
          </a:lstStyle>
          <a:p>
            <a:endParaRPr/>
          </a:p>
        </p:txBody>
      </p:sp>
      <p:pic>
        <p:nvPicPr>
          <p:cNvPr id="11" name="Shape 11" descr="Packt-Logo-white.png"/>
          <p:cNvPicPr preferRelativeResize="0"/>
          <p:nvPr/>
        </p:nvPicPr>
        <p:blipFill>
          <a:blip r:embed="rId2">
            <a:alphaModFix/>
          </a:blip>
          <a:stretch>
            <a:fillRect/>
          </a:stretch>
        </p:blipFill>
        <p:spPr>
          <a:xfrm>
            <a:off x="112750" y="1477730"/>
            <a:ext cx="3382881" cy="161666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and Subsection Title">
    <p:spTree>
      <p:nvGrpSpPr>
        <p:cNvPr id="1" name="Shape 12"/>
        <p:cNvGrpSpPr/>
        <p:nvPr/>
      </p:nvGrpSpPr>
      <p:grpSpPr>
        <a:xfrm>
          <a:off x="0" y="0"/>
          <a:ext cx="0" cy="0"/>
          <a:chOff x="0" y="0"/>
          <a:chExt cx="0" cy="0"/>
        </a:xfrm>
      </p:grpSpPr>
      <p:sp>
        <p:nvSpPr>
          <p:cNvPr id="13" name="Shape 13"/>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14" name="Shape 14"/>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pic>
        <p:nvPicPr>
          <p:cNvPr id="15" name="Shape 1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tandalone Introduction or Summar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60950" y="2065350"/>
            <a:ext cx="8222100" cy="1012800"/>
          </a:xfrm>
          <a:prstGeom prst="rect">
            <a:avLst/>
          </a:prstGeom>
        </p:spPr>
        <p:txBody>
          <a:bodyPr lIns="91425" tIns="91425" rIns="91425" bIns="91425" anchor="ctr" anchorCtr="0"/>
          <a:lstStyle>
            <a:lvl1pPr lvl="0" rtl="0">
              <a:spcBef>
                <a:spcPts val="0"/>
              </a:spcBef>
              <a:buSzPct val="100000"/>
              <a:defRPr sz="4200"/>
            </a:lvl1pPr>
            <a:lvl2pPr lvl="1" rtl="0">
              <a:spcBef>
                <a:spcPts val="0"/>
              </a:spcBef>
              <a:buSzPct val="100000"/>
              <a:defRPr sz="4200"/>
            </a:lvl2pPr>
            <a:lvl3pPr lvl="2" rtl="0">
              <a:spcBef>
                <a:spcPts val="0"/>
              </a:spcBef>
              <a:buSzPct val="100000"/>
              <a:defRPr sz="4200"/>
            </a:lvl3pPr>
            <a:lvl4pPr lvl="3" rtl="0">
              <a:spcBef>
                <a:spcPts val="0"/>
              </a:spcBef>
              <a:buSzPct val="100000"/>
              <a:defRPr sz="4200"/>
            </a:lvl4pPr>
            <a:lvl5pPr lvl="4" rtl="0">
              <a:spcBef>
                <a:spcPts val="0"/>
              </a:spcBef>
              <a:buSzPct val="100000"/>
              <a:defRPr sz="4200"/>
            </a:lvl5pPr>
            <a:lvl6pPr lvl="5" rtl="0">
              <a:spcBef>
                <a:spcPts val="0"/>
              </a:spcBef>
              <a:buSzPct val="100000"/>
              <a:defRPr sz="4200"/>
            </a:lvl6pPr>
            <a:lvl7pPr lvl="6" rtl="0">
              <a:spcBef>
                <a:spcPts val="0"/>
              </a:spcBef>
              <a:buSzPct val="100000"/>
              <a:defRPr sz="4200"/>
            </a:lvl7pPr>
            <a:lvl8pPr lvl="7" rtl="0">
              <a:spcBef>
                <a:spcPts val="0"/>
              </a:spcBef>
              <a:buSzPct val="100000"/>
              <a:defRPr sz="4200"/>
            </a:lvl8pPr>
            <a:lvl9pPr lvl="8" rtl="0">
              <a:spcBef>
                <a:spcPts val="0"/>
              </a:spcBef>
              <a:buSzPct val="100000"/>
              <a:defRPr sz="4200"/>
            </a:lvl9pPr>
          </a:lstStyle>
          <a:p>
            <a:endParaRPr/>
          </a:p>
        </p:txBody>
      </p:sp>
      <p:pic>
        <p:nvPicPr>
          <p:cNvPr id="18" name="Shape 1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9"/>
        <p:cNvGrpSpPr/>
        <p:nvPr/>
      </p:nvGrpSpPr>
      <p:grpSpPr>
        <a:xfrm>
          <a:off x="0" y="0"/>
          <a:ext cx="0" cy="0"/>
          <a:chOff x="0" y="0"/>
          <a:chExt cx="0" cy="0"/>
        </a:xfrm>
      </p:grpSpPr>
      <p:sp>
        <p:nvSpPr>
          <p:cNvPr id="20" name="Shape 2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1" name="Shape 2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2" name="Shape 2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3" name="Shape 2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pic>
        <p:nvPicPr>
          <p:cNvPr id="24" name="Shape 24"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5"/>
        <p:cNvGrpSpPr/>
        <p:nvPr/>
      </p:nvGrpSpPr>
      <p:grpSpPr>
        <a:xfrm>
          <a:off x="0" y="0"/>
          <a:ext cx="0" cy="0"/>
          <a:chOff x="0" y="0"/>
          <a:chExt cx="0" cy="0"/>
        </a:xfrm>
      </p:grpSpPr>
      <p:sp>
        <p:nvSpPr>
          <p:cNvPr id="26" name="Shape 26"/>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7" name="Shape 2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8" name="Shape 28"/>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9" name="Shape 29"/>
          <p:cNvSpPr txBox="1">
            <a:spLocks noGrp="1"/>
          </p:cNvSpPr>
          <p:nvPr>
            <p:ph type="body" idx="1"/>
          </p:nvPr>
        </p:nvSpPr>
        <p:spPr>
          <a:xfrm>
            <a:off x="47190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sp>
        <p:nvSpPr>
          <p:cNvPr id="30" name="Shape 30"/>
          <p:cNvSpPr txBox="1">
            <a:spLocks noGrp="1"/>
          </p:cNvSpPr>
          <p:nvPr>
            <p:ph type="body" idx="2"/>
          </p:nvPr>
        </p:nvSpPr>
        <p:spPr>
          <a:xfrm>
            <a:off x="469425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pic>
        <p:nvPicPr>
          <p:cNvPr id="31" name="Shape 31"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2"/>
        <p:cNvGrpSpPr/>
        <p:nvPr/>
      </p:nvGrpSpPr>
      <p:grpSpPr>
        <a:xfrm>
          <a:off x="0" y="0"/>
          <a:ext cx="0" cy="0"/>
          <a:chOff x="0" y="0"/>
          <a:chExt cx="0" cy="0"/>
        </a:xfrm>
      </p:grpSpPr>
      <p:sp>
        <p:nvSpPr>
          <p:cNvPr id="33" name="Shape 33"/>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4" name="Shape 34"/>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35" name="Shape 35"/>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pic>
        <p:nvPicPr>
          <p:cNvPr id="36" name="Shape 36"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7"/>
        <p:cNvGrpSpPr/>
        <p:nvPr/>
      </p:nvGrpSpPr>
      <p:grpSpPr>
        <a:xfrm>
          <a:off x="0" y="0"/>
          <a:ext cx="0" cy="0"/>
          <a:chOff x="0" y="0"/>
          <a:chExt cx="0" cy="0"/>
        </a:xfrm>
      </p:grpSpPr>
      <p:sp>
        <p:nvSpPr>
          <p:cNvPr id="38" name="Shape 38"/>
          <p:cNvSpPr txBox="1"/>
          <p:nvPr/>
        </p:nvSpPr>
        <p:spPr>
          <a:xfrm rot="10800000" flipH="1">
            <a:off x="3276600" y="25"/>
            <a:ext cx="58674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9" name="Shape 39"/>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0" name="Shape 40"/>
          <p:cNvSpPr txBox="1">
            <a:spLocks noGrp="1"/>
          </p:cNvSpPr>
          <p:nvPr>
            <p:ph type="title"/>
          </p:nvPr>
        </p:nvSpPr>
        <p:spPr>
          <a:xfrm>
            <a:off x="226077" y="357800"/>
            <a:ext cx="2808000" cy="953400"/>
          </a:xfrm>
          <a:prstGeom prst="rect">
            <a:avLst/>
          </a:prstGeom>
        </p:spPr>
        <p:txBody>
          <a:bodyPr lIns="91425" tIns="91425" rIns="91425" bIns="91425" anchor="b" anchorCtr="0"/>
          <a:lstStyle>
            <a:lvl1pPr lvl="0" rtl="0">
              <a:spcBef>
                <a:spcPts val="0"/>
              </a:spcBef>
              <a:buSzPct val="100000"/>
              <a:defRPr sz="2400"/>
            </a:lvl1pPr>
            <a:lvl2pPr lvl="1" rtl="0">
              <a:spcBef>
                <a:spcPts val="0"/>
              </a:spcBef>
              <a:buSzPct val="100000"/>
              <a:defRPr sz="2400"/>
            </a:lvl2pPr>
            <a:lvl3pPr lvl="2" rtl="0">
              <a:spcBef>
                <a:spcPts val="0"/>
              </a:spcBef>
              <a:buSzPct val="100000"/>
              <a:defRPr sz="2400"/>
            </a:lvl3pPr>
            <a:lvl4pPr lvl="3" rtl="0">
              <a:spcBef>
                <a:spcPts val="0"/>
              </a:spcBef>
              <a:buSzPct val="100000"/>
              <a:defRPr sz="2400"/>
            </a:lvl4pPr>
            <a:lvl5pPr lvl="4" rtl="0">
              <a:spcBef>
                <a:spcPts val="0"/>
              </a:spcBef>
              <a:buSzPct val="100000"/>
              <a:defRPr sz="2400"/>
            </a:lvl5pPr>
            <a:lvl6pPr lvl="5" rtl="0">
              <a:spcBef>
                <a:spcPts val="0"/>
              </a:spcBef>
              <a:buSzPct val="100000"/>
              <a:defRPr sz="2400"/>
            </a:lvl6pPr>
            <a:lvl7pPr lvl="6" rtl="0">
              <a:spcBef>
                <a:spcPts val="0"/>
              </a:spcBef>
              <a:buSzPct val="100000"/>
              <a:defRPr sz="2400"/>
            </a:lvl7pPr>
            <a:lvl8pPr lvl="7" rtl="0">
              <a:spcBef>
                <a:spcPts val="0"/>
              </a:spcBef>
              <a:buSzPct val="100000"/>
              <a:defRPr sz="2400"/>
            </a:lvl8pPr>
            <a:lvl9pPr lvl="8" rtl="0">
              <a:spcBef>
                <a:spcPts val="0"/>
              </a:spcBef>
              <a:buSzPct val="100000"/>
              <a:defRPr sz="2400"/>
            </a:lvl9pPr>
          </a:lstStyle>
          <a:p>
            <a:endParaRPr/>
          </a:p>
        </p:txBody>
      </p:sp>
      <p:sp>
        <p:nvSpPr>
          <p:cNvPr id="41" name="Shape 41"/>
          <p:cNvSpPr txBox="1">
            <a:spLocks noGrp="1"/>
          </p:cNvSpPr>
          <p:nvPr>
            <p:ph type="body" idx="1"/>
          </p:nvPr>
        </p:nvSpPr>
        <p:spPr>
          <a:xfrm>
            <a:off x="226075" y="1465800"/>
            <a:ext cx="2808000" cy="3163500"/>
          </a:xfrm>
          <a:prstGeom prst="rect">
            <a:avLst/>
          </a:prstGeom>
        </p:spPr>
        <p:txBody>
          <a:bodyPr lIns="91425" tIns="91425" rIns="91425" bIns="91425" anchor="t" anchorCtr="0"/>
          <a:lstStyle>
            <a:lvl1pPr lvl="0" rtl="0">
              <a:spcBef>
                <a:spcPts val="0"/>
              </a:spcBef>
              <a:buClr>
                <a:schemeClr val="lt1"/>
              </a:buClr>
              <a:buFont typeface="Calibri"/>
              <a:defRPr>
                <a:solidFill>
                  <a:schemeClr val="lt1"/>
                </a:solidFill>
                <a:latin typeface="Calibri"/>
                <a:ea typeface="Calibri"/>
                <a:cs typeface="Calibri"/>
                <a:sym typeface="Calibri"/>
              </a:defRPr>
            </a:lvl1pPr>
            <a:lvl2pPr lvl="1" rtl="0">
              <a:spcBef>
                <a:spcPts val="0"/>
              </a:spcBef>
              <a:buClr>
                <a:schemeClr val="lt1"/>
              </a:buClr>
              <a:buSzPct val="100000"/>
              <a:buFont typeface="Calibri"/>
              <a:defRPr sz="1600">
                <a:solidFill>
                  <a:schemeClr val="lt1"/>
                </a:solidFill>
                <a:latin typeface="Calibri"/>
                <a:ea typeface="Calibri"/>
                <a:cs typeface="Calibri"/>
                <a:sym typeface="Calibri"/>
              </a:defRPr>
            </a:lvl2pPr>
            <a:lvl3pPr lvl="2" rtl="0">
              <a:spcBef>
                <a:spcPts val="0"/>
              </a:spcBef>
              <a:buClr>
                <a:schemeClr val="lt1"/>
              </a:buClr>
              <a:buFont typeface="Calibri"/>
              <a:defRPr>
                <a:solidFill>
                  <a:schemeClr val="lt1"/>
                </a:solidFill>
                <a:latin typeface="Calibri"/>
                <a:ea typeface="Calibri"/>
                <a:cs typeface="Calibri"/>
                <a:sym typeface="Calibri"/>
              </a:defRPr>
            </a:lvl3pPr>
            <a:lvl4pPr lvl="3" rtl="0">
              <a:spcBef>
                <a:spcPts val="0"/>
              </a:spcBef>
              <a:buClr>
                <a:schemeClr val="lt1"/>
              </a:buClr>
              <a:buSzPct val="100000"/>
              <a:buFont typeface="Calibri"/>
              <a:defRPr sz="1200">
                <a:solidFill>
                  <a:schemeClr val="lt1"/>
                </a:solidFill>
                <a:latin typeface="Calibri"/>
                <a:ea typeface="Calibri"/>
                <a:cs typeface="Calibri"/>
                <a:sym typeface="Calibri"/>
              </a:defRPr>
            </a:lvl4pPr>
            <a:lvl5pPr lvl="4" rtl="0">
              <a:spcBef>
                <a:spcPts val="0"/>
              </a:spcBef>
              <a:buClr>
                <a:schemeClr val="lt1"/>
              </a:buClr>
              <a:buSzPct val="100000"/>
              <a:buFont typeface="Calibri"/>
              <a:defRPr sz="1200">
                <a:solidFill>
                  <a:schemeClr val="lt1"/>
                </a:solidFill>
                <a:latin typeface="Calibri"/>
                <a:ea typeface="Calibri"/>
                <a:cs typeface="Calibri"/>
                <a:sym typeface="Calibri"/>
              </a:defRPr>
            </a:lvl5pPr>
            <a:lvl6pPr lvl="5" rtl="0">
              <a:spcBef>
                <a:spcPts val="0"/>
              </a:spcBef>
              <a:buClr>
                <a:schemeClr val="lt1"/>
              </a:buClr>
              <a:buSzPct val="100000"/>
              <a:buFont typeface="Calibri"/>
              <a:defRPr sz="1200">
                <a:solidFill>
                  <a:schemeClr val="lt1"/>
                </a:solidFill>
                <a:latin typeface="Calibri"/>
                <a:ea typeface="Calibri"/>
                <a:cs typeface="Calibri"/>
                <a:sym typeface="Calibri"/>
              </a:defRPr>
            </a:lvl6pPr>
            <a:lvl7pPr lvl="6" rtl="0">
              <a:spcBef>
                <a:spcPts val="0"/>
              </a:spcBef>
              <a:buClr>
                <a:schemeClr val="lt1"/>
              </a:buClr>
              <a:buSzPct val="100000"/>
              <a:buFont typeface="Calibri"/>
              <a:defRPr sz="1200">
                <a:solidFill>
                  <a:schemeClr val="lt1"/>
                </a:solidFill>
                <a:latin typeface="Calibri"/>
                <a:ea typeface="Calibri"/>
                <a:cs typeface="Calibri"/>
                <a:sym typeface="Calibri"/>
              </a:defRPr>
            </a:lvl7pPr>
            <a:lvl8pPr lvl="7" rtl="0">
              <a:spcBef>
                <a:spcPts val="0"/>
              </a:spcBef>
              <a:buClr>
                <a:schemeClr val="lt1"/>
              </a:buClr>
              <a:buSzPct val="100000"/>
              <a:buFont typeface="Calibri"/>
              <a:defRPr sz="1200">
                <a:solidFill>
                  <a:schemeClr val="lt1"/>
                </a:solidFill>
                <a:latin typeface="Calibri"/>
                <a:ea typeface="Calibri"/>
                <a:cs typeface="Calibri"/>
                <a:sym typeface="Calibri"/>
              </a:defRPr>
            </a:lvl8pPr>
            <a:lvl9pPr lvl="8" rtl="0">
              <a:spcBef>
                <a:spcPts val="0"/>
              </a:spcBef>
              <a:buClr>
                <a:schemeClr val="lt1"/>
              </a:buClr>
              <a:buSzPct val="100000"/>
              <a:buFont typeface="Calibri"/>
              <a:defRPr sz="1200">
                <a:solidFill>
                  <a:schemeClr val="lt1"/>
                </a:solidFill>
                <a:latin typeface="Calibri"/>
                <a:ea typeface="Calibri"/>
                <a:cs typeface="Calibri"/>
                <a:sym typeface="Calibri"/>
              </a:defRPr>
            </a:lvl9pPr>
          </a:lstStyle>
          <a:p>
            <a:endParaRPr/>
          </a:p>
        </p:txBody>
      </p:sp>
      <p:pic>
        <p:nvPicPr>
          <p:cNvPr id="42" name="Shape 42"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Main Point">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490250" y="488250"/>
            <a:ext cx="8034000" cy="4090800"/>
          </a:xfrm>
          <a:prstGeom prst="rect">
            <a:avLst/>
          </a:prstGeom>
        </p:spPr>
        <p:txBody>
          <a:bodyPr lIns="91425" tIns="91425" rIns="91425" bIns="91425" anchor="ctr" anchorCtr="0"/>
          <a:lstStyle>
            <a:lvl1pPr lvl="0" rtl="0">
              <a:spcBef>
                <a:spcPts val="0"/>
              </a:spcBef>
              <a:buSzPct val="100000"/>
              <a:defRPr sz="6000"/>
            </a:lvl1pPr>
            <a:lvl2pPr lvl="1" rtl="0">
              <a:spcBef>
                <a:spcPts val="0"/>
              </a:spcBef>
              <a:buSzPct val="100000"/>
              <a:defRPr sz="6000"/>
            </a:lvl2pPr>
            <a:lvl3pPr lvl="2" rtl="0">
              <a:spcBef>
                <a:spcPts val="0"/>
              </a:spcBef>
              <a:buSzPct val="100000"/>
              <a:defRPr sz="6000"/>
            </a:lvl3pPr>
            <a:lvl4pPr lvl="3" rtl="0">
              <a:spcBef>
                <a:spcPts val="0"/>
              </a:spcBef>
              <a:buSzPct val="100000"/>
              <a:defRPr sz="6000"/>
            </a:lvl4pPr>
            <a:lvl5pPr lvl="4" rtl="0">
              <a:spcBef>
                <a:spcPts val="0"/>
              </a:spcBef>
              <a:buSzPct val="100000"/>
              <a:defRPr sz="6000"/>
            </a:lvl5pPr>
            <a:lvl6pPr lvl="5" rtl="0">
              <a:spcBef>
                <a:spcPts val="0"/>
              </a:spcBef>
              <a:buSzPct val="100000"/>
              <a:defRPr sz="6000"/>
            </a:lvl6pPr>
            <a:lvl7pPr lvl="6" rtl="0">
              <a:spcBef>
                <a:spcPts val="0"/>
              </a:spcBef>
              <a:buSzPct val="100000"/>
              <a:defRPr sz="6000"/>
            </a:lvl7pPr>
            <a:lvl8pPr lvl="7" rtl="0">
              <a:spcBef>
                <a:spcPts val="0"/>
              </a:spcBef>
              <a:buSzPct val="100000"/>
              <a:defRPr sz="6000"/>
            </a:lvl8pPr>
            <a:lvl9pPr lvl="8" rtl="0">
              <a:spcBef>
                <a:spcPts val="0"/>
              </a:spcBef>
              <a:buSzPct val="100000"/>
              <a:defRPr sz="6000"/>
            </a:lvl9pPr>
          </a:lstStyle>
          <a:p>
            <a:endParaRPr/>
          </a:p>
        </p:txBody>
      </p:sp>
      <p:pic>
        <p:nvPicPr>
          <p:cNvPr id="45" name="Shape 4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plit Summary">
    <p:spTree>
      <p:nvGrpSpPr>
        <p:cNvPr id="1" name="Shape 46"/>
        <p:cNvGrpSpPr/>
        <p:nvPr/>
      </p:nvGrpSpPr>
      <p:grpSpPr>
        <a:xfrm>
          <a:off x="0" y="0"/>
          <a:ext cx="0" cy="0"/>
          <a:chOff x="0" y="0"/>
          <a:chExt cx="0" cy="0"/>
        </a:xfrm>
      </p:grpSpPr>
      <p:sp>
        <p:nvSpPr>
          <p:cNvPr id="47" name="Shape 47"/>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48" name="Shape 48"/>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9" name="Shape 49"/>
          <p:cNvSpPr txBox="1">
            <a:spLocks noGrp="1"/>
          </p:cNvSpPr>
          <p:nvPr>
            <p:ph type="title"/>
          </p:nvPr>
        </p:nvSpPr>
        <p:spPr>
          <a:xfrm>
            <a:off x="265500" y="1233175"/>
            <a:ext cx="4045200" cy="1482300"/>
          </a:xfrm>
          <a:prstGeom prst="rect">
            <a:avLst/>
          </a:prstGeom>
        </p:spPr>
        <p:txBody>
          <a:bodyPr lIns="91425" tIns="91425" rIns="91425" bIns="91425" anchor="b" anchorCtr="0"/>
          <a:lstStyle>
            <a:lvl1pPr lvl="0" algn="ctr" rtl="0">
              <a:spcBef>
                <a:spcPts val="0"/>
              </a:spcBef>
              <a:buClr>
                <a:srgbClr val="434343"/>
              </a:buClr>
              <a:buSzPct val="100000"/>
              <a:defRPr sz="4200">
                <a:solidFill>
                  <a:srgbClr val="434343"/>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0" name="Shape 50"/>
          <p:cNvSpPr txBox="1">
            <a:spLocks noGrp="1"/>
          </p:cNvSpPr>
          <p:nvPr>
            <p:ph type="subTitle" idx="1"/>
          </p:nvPr>
        </p:nvSpPr>
        <p:spPr>
          <a:xfrm>
            <a:off x="265500" y="2779466"/>
            <a:ext cx="4045200" cy="1235099"/>
          </a:xfrm>
          <a:prstGeom prst="rect">
            <a:avLst/>
          </a:prstGeom>
        </p:spPr>
        <p:txBody>
          <a:bodyPr lIns="91425" tIns="91425" rIns="91425" bIns="91425" anchor="t" anchorCtr="0"/>
          <a:lstStyle>
            <a:lvl1pPr lvl="0" algn="ctr" rtl="0">
              <a:lnSpc>
                <a:spcPct val="100000"/>
              </a:lnSpc>
              <a:spcBef>
                <a:spcPts val="0"/>
              </a:spcBef>
              <a:spcAft>
                <a:spcPts val="0"/>
              </a:spcAft>
              <a:buSzPct val="100000"/>
              <a:buFont typeface="Calibri"/>
              <a:buNone/>
              <a:defRPr sz="2100">
                <a:latin typeface="Calibri"/>
                <a:ea typeface="Calibri"/>
                <a:cs typeface="Calibri"/>
                <a:sym typeface="Calibri"/>
              </a:defRPr>
            </a:lvl1pPr>
            <a:lvl2pPr lvl="1" algn="ctr" rtl="0">
              <a:lnSpc>
                <a:spcPct val="100000"/>
              </a:lnSpc>
              <a:spcBef>
                <a:spcPts val="0"/>
              </a:spcBef>
              <a:spcAft>
                <a:spcPts val="0"/>
              </a:spcAft>
              <a:buSzPct val="100000"/>
              <a:buNone/>
              <a:defRPr sz="2100"/>
            </a:lvl2pPr>
            <a:lvl3pPr lvl="2" algn="ctr" rtl="0">
              <a:lnSpc>
                <a:spcPct val="100000"/>
              </a:lnSpc>
              <a:spcBef>
                <a:spcPts val="0"/>
              </a:spcBef>
              <a:spcAft>
                <a:spcPts val="0"/>
              </a:spcAft>
              <a:buSzPct val="100000"/>
              <a:buNone/>
              <a:defRPr sz="2100"/>
            </a:lvl3pPr>
            <a:lvl4pPr lvl="3" algn="ctr" rtl="0">
              <a:lnSpc>
                <a:spcPct val="100000"/>
              </a:lnSpc>
              <a:spcBef>
                <a:spcPts val="0"/>
              </a:spcBef>
              <a:spcAft>
                <a:spcPts val="0"/>
              </a:spcAft>
              <a:buSzPct val="100000"/>
              <a:buNone/>
              <a:defRPr sz="2100"/>
            </a:lvl4pPr>
            <a:lvl5pPr lvl="4" algn="ctr" rtl="0">
              <a:lnSpc>
                <a:spcPct val="100000"/>
              </a:lnSpc>
              <a:spcBef>
                <a:spcPts val="0"/>
              </a:spcBef>
              <a:spcAft>
                <a:spcPts val="0"/>
              </a:spcAft>
              <a:buSzPct val="100000"/>
              <a:buNone/>
              <a:defRPr sz="2100"/>
            </a:lvl5pPr>
            <a:lvl6pPr lvl="5" algn="ctr" rtl="0">
              <a:lnSpc>
                <a:spcPct val="100000"/>
              </a:lnSpc>
              <a:spcBef>
                <a:spcPts val="0"/>
              </a:spcBef>
              <a:spcAft>
                <a:spcPts val="0"/>
              </a:spcAft>
              <a:buSzPct val="100000"/>
              <a:buNone/>
              <a:defRPr sz="2100"/>
            </a:lvl6pPr>
            <a:lvl7pPr lvl="6" algn="ctr" rtl="0">
              <a:lnSpc>
                <a:spcPct val="100000"/>
              </a:lnSpc>
              <a:spcBef>
                <a:spcPts val="0"/>
              </a:spcBef>
              <a:spcAft>
                <a:spcPts val="0"/>
              </a:spcAft>
              <a:buSzPct val="100000"/>
              <a:buNone/>
              <a:defRPr sz="2100"/>
            </a:lvl7pPr>
            <a:lvl8pPr lvl="7" algn="ctr" rtl="0">
              <a:lnSpc>
                <a:spcPct val="100000"/>
              </a:lnSpc>
              <a:spcBef>
                <a:spcPts val="0"/>
              </a:spcBef>
              <a:spcAft>
                <a:spcPts val="0"/>
              </a:spcAft>
              <a:buSzPct val="100000"/>
              <a:buNone/>
              <a:defRPr sz="2100"/>
            </a:lvl8pPr>
            <a:lvl9pPr lvl="8" algn="ctr" rtl="0">
              <a:lnSpc>
                <a:spcPct val="100000"/>
              </a:lnSpc>
              <a:spcBef>
                <a:spcPts val="0"/>
              </a:spcBef>
              <a:spcAft>
                <a:spcPts val="0"/>
              </a:spcAft>
              <a:buSzPct val="100000"/>
              <a:buNone/>
              <a:defRPr sz="2100"/>
            </a:lvl9pPr>
          </a:lstStyle>
          <a:p>
            <a:endParaRPr/>
          </a:p>
        </p:txBody>
      </p:sp>
      <p:sp>
        <p:nvSpPr>
          <p:cNvPr id="51" name="Shape 51"/>
          <p:cNvSpPr txBox="1">
            <a:spLocks noGrp="1"/>
          </p:cNvSpPr>
          <p:nvPr>
            <p:ph type="body" idx="2"/>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2" name="Shape 5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Author Profile">
    <p:spTree>
      <p:nvGrpSpPr>
        <p:cNvPr id="1" name="Shape 53"/>
        <p:cNvGrpSpPr/>
        <p:nvPr/>
      </p:nvGrpSpPr>
      <p:grpSpPr>
        <a:xfrm>
          <a:off x="0" y="0"/>
          <a:ext cx="0" cy="0"/>
          <a:chOff x="0" y="0"/>
          <a:chExt cx="0" cy="0"/>
        </a:xfrm>
      </p:grpSpPr>
      <p:sp>
        <p:nvSpPr>
          <p:cNvPr id="54" name="Shape 54"/>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55" name="Shape 55"/>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56" name="Shape 56"/>
          <p:cNvSpPr txBox="1">
            <a:spLocks noGrp="1"/>
          </p:cNvSpPr>
          <p:nvPr>
            <p:ph type="title"/>
          </p:nvPr>
        </p:nvSpPr>
        <p:spPr>
          <a:xfrm>
            <a:off x="265500" y="3387625"/>
            <a:ext cx="4045200" cy="1482300"/>
          </a:xfrm>
          <a:prstGeom prst="rect">
            <a:avLst/>
          </a:prstGeom>
        </p:spPr>
        <p:txBody>
          <a:bodyPr lIns="91425" tIns="91425" rIns="91425" bIns="91425" anchor="t" anchorCtr="0"/>
          <a:lstStyle>
            <a:lvl1pPr lvl="0" algn="ctr" rtl="0">
              <a:spcBef>
                <a:spcPts val="0"/>
              </a:spcBef>
              <a:buClr>
                <a:srgbClr val="4285F4"/>
              </a:buClr>
              <a:buSzPct val="100000"/>
              <a:defRPr sz="2400">
                <a:solidFill>
                  <a:srgbClr val="4285F4"/>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7" name="Shape 57"/>
          <p:cNvSpPr txBox="1">
            <a:spLocks noGrp="1"/>
          </p:cNvSpPr>
          <p:nvPr>
            <p:ph type="body" idx="1"/>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8" name="Shape 5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pic>
        <p:nvPicPr>
          <p:cNvPr id="59" name="Shape 59" descr="Corporate headshot of a man"/>
          <p:cNvPicPr preferRelativeResize="0"/>
          <p:nvPr/>
        </p:nvPicPr>
        <p:blipFill>
          <a:blip r:embed="rId3">
            <a:alphaModFix/>
          </a:blip>
          <a:stretch>
            <a:fillRect/>
          </a:stretch>
        </p:blipFill>
        <p:spPr>
          <a:xfrm>
            <a:off x="1142554" y="917976"/>
            <a:ext cx="2291100" cy="2291100"/>
          </a:xfrm>
          <a:prstGeom prst="ellipse">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aption">
    <p:spTree>
      <p:nvGrpSpPr>
        <p:cNvPr id="1" name="Shape 60"/>
        <p:cNvGrpSpPr/>
        <p:nvPr/>
      </p:nvGrpSpPr>
      <p:grpSpPr>
        <a:xfrm>
          <a:off x="0" y="0"/>
          <a:ext cx="0" cy="0"/>
          <a:chOff x="0" y="0"/>
          <a:chExt cx="0" cy="0"/>
        </a:xfrm>
      </p:grpSpPr>
      <p:sp>
        <p:nvSpPr>
          <p:cNvPr id="61" name="Shape 61"/>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62" name="Shape 6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63" name="Shape 63"/>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ig Number">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60950" y="1248300"/>
            <a:ext cx="8222100" cy="1963500"/>
          </a:xfrm>
          <a:prstGeom prst="rect">
            <a:avLst/>
          </a:prstGeom>
        </p:spPr>
        <p:txBody>
          <a:bodyPr lIns="91425" tIns="91425" rIns="91425" bIns="91425" anchor="b" anchorCtr="0"/>
          <a:lstStyle>
            <a:lvl1pPr lvl="0" algn="ctr" rtl="0">
              <a:spcBef>
                <a:spcPts val="0"/>
              </a:spcBef>
              <a:buClr>
                <a:srgbClr val="F3F3F3"/>
              </a:buClr>
              <a:buSzPct val="100000"/>
              <a:defRPr sz="12000">
                <a:solidFill>
                  <a:srgbClr val="F3F3F3"/>
                </a:solidFill>
              </a:defRPr>
            </a:lvl1pPr>
            <a:lvl2pPr lvl="1" algn="ctr" rtl="0">
              <a:spcBef>
                <a:spcPts val="0"/>
              </a:spcBef>
              <a:buClr>
                <a:schemeClr val="dk2"/>
              </a:buClr>
              <a:buSzPct val="100000"/>
              <a:defRPr sz="12000">
                <a:solidFill>
                  <a:schemeClr val="dk2"/>
                </a:solidFill>
              </a:defRPr>
            </a:lvl2pPr>
            <a:lvl3pPr lvl="2" algn="ctr" rtl="0">
              <a:spcBef>
                <a:spcPts val="0"/>
              </a:spcBef>
              <a:buClr>
                <a:schemeClr val="dk2"/>
              </a:buClr>
              <a:buSzPct val="100000"/>
              <a:defRPr sz="12000">
                <a:solidFill>
                  <a:schemeClr val="dk2"/>
                </a:solidFill>
              </a:defRPr>
            </a:lvl3pPr>
            <a:lvl4pPr lvl="3" algn="ctr" rtl="0">
              <a:spcBef>
                <a:spcPts val="0"/>
              </a:spcBef>
              <a:buClr>
                <a:schemeClr val="dk2"/>
              </a:buClr>
              <a:buSzPct val="100000"/>
              <a:defRPr sz="12000">
                <a:solidFill>
                  <a:schemeClr val="dk2"/>
                </a:solidFill>
              </a:defRPr>
            </a:lvl4pPr>
            <a:lvl5pPr lvl="4" algn="ctr" rtl="0">
              <a:spcBef>
                <a:spcPts val="0"/>
              </a:spcBef>
              <a:buClr>
                <a:schemeClr val="dk2"/>
              </a:buClr>
              <a:buSzPct val="100000"/>
              <a:defRPr sz="12000">
                <a:solidFill>
                  <a:schemeClr val="dk2"/>
                </a:solidFill>
              </a:defRPr>
            </a:lvl5pPr>
            <a:lvl6pPr lvl="5" algn="ctr" rtl="0">
              <a:spcBef>
                <a:spcPts val="0"/>
              </a:spcBef>
              <a:buClr>
                <a:schemeClr val="dk2"/>
              </a:buClr>
              <a:buSzPct val="100000"/>
              <a:defRPr sz="12000">
                <a:solidFill>
                  <a:schemeClr val="dk2"/>
                </a:solidFill>
              </a:defRPr>
            </a:lvl6pPr>
            <a:lvl7pPr lvl="6" algn="ctr" rtl="0">
              <a:spcBef>
                <a:spcPts val="0"/>
              </a:spcBef>
              <a:buClr>
                <a:schemeClr val="dk2"/>
              </a:buClr>
              <a:buSzPct val="100000"/>
              <a:defRPr sz="12000">
                <a:solidFill>
                  <a:schemeClr val="dk2"/>
                </a:solidFill>
              </a:defRPr>
            </a:lvl7pPr>
            <a:lvl8pPr lvl="7" algn="ctr" rtl="0">
              <a:spcBef>
                <a:spcPts val="0"/>
              </a:spcBef>
              <a:buClr>
                <a:schemeClr val="dk2"/>
              </a:buClr>
              <a:buSzPct val="100000"/>
              <a:defRPr sz="12000">
                <a:solidFill>
                  <a:schemeClr val="dk2"/>
                </a:solidFill>
              </a:defRPr>
            </a:lvl8pPr>
            <a:lvl9pPr lvl="8" algn="ctr" rtl="0">
              <a:spcBef>
                <a:spcPts val="0"/>
              </a:spcBef>
              <a:buClr>
                <a:schemeClr val="dk2"/>
              </a:buClr>
              <a:buSzPct val="100000"/>
              <a:defRPr sz="12000">
                <a:solidFill>
                  <a:schemeClr val="dk2"/>
                </a:solidFill>
              </a:defRPr>
            </a:lvl9pPr>
          </a:lstStyle>
          <a:p>
            <a:endParaRPr/>
          </a:p>
        </p:txBody>
      </p:sp>
      <p:sp>
        <p:nvSpPr>
          <p:cNvPr id="66" name="Shape 66"/>
          <p:cNvSpPr txBox="1">
            <a:spLocks noGrp="1"/>
          </p:cNvSpPr>
          <p:nvPr>
            <p:ph type="body" idx="1"/>
          </p:nvPr>
        </p:nvSpPr>
        <p:spPr>
          <a:xfrm>
            <a:off x="1595400" y="3273925"/>
            <a:ext cx="5953200" cy="1300800"/>
          </a:xfrm>
          <a:prstGeom prst="rect">
            <a:avLst/>
          </a:prstGeom>
        </p:spPr>
        <p:txBody>
          <a:bodyPr lIns="91425" tIns="91425" rIns="91425" bIns="91425" anchor="t" anchorCtr="0"/>
          <a:lstStyle>
            <a:lvl1pPr lvl="0" algn="ctr" rtl="0">
              <a:spcBef>
                <a:spcPts val="0"/>
              </a:spcBef>
              <a:buClr>
                <a:srgbClr val="F3F3F3"/>
              </a:buClr>
              <a:buFont typeface="Calibri"/>
              <a:defRPr>
                <a:solidFill>
                  <a:srgbClr val="F3F3F3"/>
                </a:solidFill>
                <a:latin typeface="Calibri"/>
                <a:ea typeface="Calibri"/>
                <a:cs typeface="Calibri"/>
                <a:sym typeface="Calibri"/>
              </a:defRPr>
            </a:lvl1pPr>
            <a:lvl2pPr lvl="1" algn="ctr" rtl="0">
              <a:spcBef>
                <a:spcPts val="0"/>
              </a:spcBef>
              <a:buClr>
                <a:srgbClr val="F3F3F3"/>
              </a:buClr>
              <a:buFont typeface="Calibri"/>
              <a:defRPr>
                <a:solidFill>
                  <a:srgbClr val="F3F3F3"/>
                </a:solidFill>
                <a:latin typeface="Calibri"/>
                <a:ea typeface="Calibri"/>
                <a:cs typeface="Calibri"/>
                <a:sym typeface="Calibri"/>
              </a:defRPr>
            </a:lvl2pPr>
            <a:lvl3pPr lvl="2" algn="ctr" rtl="0">
              <a:spcBef>
                <a:spcPts val="0"/>
              </a:spcBef>
              <a:buClr>
                <a:srgbClr val="F3F3F3"/>
              </a:buClr>
              <a:buFont typeface="Calibri"/>
              <a:defRPr>
                <a:solidFill>
                  <a:srgbClr val="F3F3F3"/>
                </a:solidFill>
                <a:latin typeface="Calibri"/>
                <a:ea typeface="Calibri"/>
                <a:cs typeface="Calibri"/>
                <a:sym typeface="Calibri"/>
              </a:defRPr>
            </a:lvl3pPr>
            <a:lvl4pPr lvl="3" algn="ctr" rtl="0">
              <a:spcBef>
                <a:spcPts val="0"/>
              </a:spcBef>
              <a:buClr>
                <a:srgbClr val="F3F3F3"/>
              </a:buClr>
              <a:buFont typeface="Calibri"/>
              <a:defRPr>
                <a:solidFill>
                  <a:srgbClr val="F3F3F3"/>
                </a:solidFill>
                <a:latin typeface="Calibri"/>
                <a:ea typeface="Calibri"/>
                <a:cs typeface="Calibri"/>
                <a:sym typeface="Calibri"/>
              </a:defRPr>
            </a:lvl4pPr>
            <a:lvl5pPr lvl="4" algn="ctr" rtl="0">
              <a:spcBef>
                <a:spcPts val="0"/>
              </a:spcBef>
              <a:buClr>
                <a:srgbClr val="F3F3F3"/>
              </a:buClr>
              <a:buFont typeface="Calibri"/>
              <a:defRPr>
                <a:solidFill>
                  <a:srgbClr val="F3F3F3"/>
                </a:solidFill>
                <a:latin typeface="Calibri"/>
                <a:ea typeface="Calibri"/>
                <a:cs typeface="Calibri"/>
                <a:sym typeface="Calibri"/>
              </a:defRPr>
            </a:lvl5pPr>
            <a:lvl6pPr lvl="5" algn="ctr" rtl="0">
              <a:spcBef>
                <a:spcPts val="0"/>
              </a:spcBef>
              <a:buClr>
                <a:srgbClr val="F3F3F3"/>
              </a:buClr>
              <a:buFont typeface="Calibri"/>
              <a:defRPr>
                <a:solidFill>
                  <a:srgbClr val="F3F3F3"/>
                </a:solidFill>
                <a:latin typeface="Calibri"/>
                <a:ea typeface="Calibri"/>
                <a:cs typeface="Calibri"/>
                <a:sym typeface="Calibri"/>
              </a:defRPr>
            </a:lvl6pPr>
            <a:lvl7pPr lvl="6" algn="ctr" rtl="0">
              <a:spcBef>
                <a:spcPts val="0"/>
              </a:spcBef>
              <a:buClr>
                <a:srgbClr val="F3F3F3"/>
              </a:buClr>
              <a:buFont typeface="Calibri"/>
              <a:defRPr>
                <a:solidFill>
                  <a:srgbClr val="F3F3F3"/>
                </a:solidFill>
                <a:latin typeface="Calibri"/>
                <a:ea typeface="Calibri"/>
                <a:cs typeface="Calibri"/>
                <a:sym typeface="Calibri"/>
              </a:defRPr>
            </a:lvl7pPr>
            <a:lvl8pPr lvl="7" algn="ctr" rtl="0">
              <a:spcBef>
                <a:spcPts val="0"/>
              </a:spcBef>
              <a:buClr>
                <a:srgbClr val="F3F3F3"/>
              </a:buClr>
              <a:buFont typeface="Calibri"/>
              <a:defRPr>
                <a:solidFill>
                  <a:srgbClr val="F3F3F3"/>
                </a:solidFill>
                <a:latin typeface="Calibri"/>
                <a:ea typeface="Calibri"/>
                <a:cs typeface="Calibri"/>
                <a:sym typeface="Calibri"/>
              </a:defRPr>
            </a:lvl8pPr>
            <a:lvl9pPr lvl="8" algn="ctr" rtl="0">
              <a:spcBef>
                <a:spcPts val="0"/>
              </a:spcBef>
              <a:buClr>
                <a:srgbClr val="F3F3F3"/>
              </a:buClr>
              <a:buFont typeface="Calibri"/>
              <a:defRPr>
                <a:solidFill>
                  <a:srgbClr val="F3F3F3"/>
                </a:solidFill>
                <a:latin typeface="Calibri"/>
                <a:ea typeface="Calibri"/>
                <a:cs typeface="Calibri"/>
                <a:sym typeface="Calibri"/>
              </a:defRPr>
            </a:lvl9pPr>
          </a:lstStyle>
          <a:p>
            <a:endParaRPr/>
          </a:p>
        </p:txBody>
      </p:sp>
      <p:pic>
        <p:nvPicPr>
          <p:cNvPr id="67" name="Shape 67"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8"/>
        <p:cNvGrpSpPr/>
        <p:nvPr/>
      </p:nvGrpSpPr>
      <p:grpSpPr>
        <a:xfrm>
          <a:off x="0" y="0"/>
          <a:ext cx="0" cy="0"/>
          <a:chOff x="0" y="0"/>
          <a:chExt cx="0" cy="0"/>
        </a:xfrm>
      </p:grpSpPr>
      <p:pic>
        <p:nvPicPr>
          <p:cNvPr id="69" name="Shape 69"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ction End">
    <p:spTree>
      <p:nvGrpSpPr>
        <p:cNvPr id="1" name="Shape 70"/>
        <p:cNvGrpSpPr/>
        <p:nvPr/>
      </p:nvGrpSpPr>
      <p:grpSpPr>
        <a:xfrm>
          <a:off x="0" y="0"/>
          <a:ext cx="0" cy="0"/>
          <a:chOff x="0" y="0"/>
          <a:chExt cx="0" cy="0"/>
        </a:xfrm>
      </p:grpSpPr>
      <p:sp>
        <p:nvSpPr>
          <p:cNvPr id="71" name="Shape 71"/>
          <p:cNvSpPr txBox="1">
            <a:spLocks noGrp="1"/>
          </p:cNvSpPr>
          <p:nvPr>
            <p:ph type="body" idx="1"/>
          </p:nvPr>
        </p:nvSpPr>
        <p:spPr>
          <a:xfrm>
            <a:off x="4570050" y="564750"/>
            <a:ext cx="4106100" cy="4014000"/>
          </a:xfrm>
          <a:prstGeom prst="rect">
            <a:avLst/>
          </a:prstGeom>
        </p:spPr>
        <p:txBody>
          <a:bodyPr lIns="91425" tIns="91425" rIns="91425" bIns="91425" anchor="ctr" anchorCtr="0"/>
          <a:lstStyle>
            <a:lvl1pPr lvl="0">
              <a:spcBef>
                <a:spcPts val="0"/>
              </a:spcBef>
              <a:buClr>
                <a:srgbClr val="FFFFFF"/>
              </a:buClr>
              <a:defRPr>
                <a:solidFill>
                  <a:srgbClr val="FFFFFF"/>
                </a:solidFill>
              </a:defRPr>
            </a:lvl1pPr>
            <a:lvl2pPr lvl="1">
              <a:spcBef>
                <a:spcPts val="0"/>
              </a:spcBef>
              <a:buClr>
                <a:srgbClr val="FFFFFF"/>
              </a:buClr>
              <a:defRPr>
                <a:solidFill>
                  <a:srgbClr val="FFFFFF"/>
                </a:solidFill>
              </a:defRPr>
            </a:lvl2pPr>
            <a:lvl3pPr lvl="2">
              <a:spcBef>
                <a:spcPts val="0"/>
              </a:spcBef>
              <a:buClr>
                <a:srgbClr val="FFFFFF"/>
              </a:buClr>
              <a:defRPr>
                <a:solidFill>
                  <a:srgbClr val="FFFFFF"/>
                </a:solidFill>
              </a:defRPr>
            </a:lvl3pPr>
            <a:lvl4pPr lvl="3">
              <a:spcBef>
                <a:spcPts val="0"/>
              </a:spcBef>
              <a:buClr>
                <a:srgbClr val="FFFFFF"/>
              </a:buClr>
              <a:defRPr>
                <a:solidFill>
                  <a:srgbClr val="FFFFFF"/>
                </a:solidFill>
              </a:defRPr>
            </a:lvl4pPr>
            <a:lvl5pPr lvl="4">
              <a:spcBef>
                <a:spcPts val="0"/>
              </a:spcBef>
              <a:buClr>
                <a:srgbClr val="FFFFFF"/>
              </a:buClr>
              <a:defRPr>
                <a:solidFill>
                  <a:srgbClr val="FFFFFF"/>
                </a:solidFill>
              </a:defRPr>
            </a:lvl5pPr>
            <a:lvl6pPr lvl="5">
              <a:spcBef>
                <a:spcPts val="0"/>
              </a:spcBef>
              <a:buClr>
                <a:srgbClr val="FFFFFF"/>
              </a:buClr>
              <a:defRPr>
                <a:solidFill>
                  <a:srgbClr val="FFFFFF"/>
                </a:solidFill>
              </a:defRPr>
            </a:lvl6pPr>
            <a:lvl7pPr lvl="6">
              <a:spcBef>
                <a:spcPts val="0"/>
              </a:spcBef>
              <a:buClr>
                <a:srgbClr val="FFFFFF"/>
              </a:buClr>
              <a:defRPr>
                <a:solidFill>
                  <a:srgbClr val="FFFFFF"/>
                </a:solidFill>
              </a:defRPr>
            </a:lvl7pPr>
            <a:lvl8pPr lvl="7">
              <a:spcBef>
                <a:spcPts val="0"/>
              </a:spcBef>
              <a:buClr>
                <a:srgbClr val="FFFFFF"/>
              </a:buClr>
              <a:defRPr>
                <a:solidFill>
                  <a:srgbClr val="FFFFFF"/>
                </a:solidFill>
              </a:defRPr>
            </a:lvl8pPr>
            <a:lvl9pPr lvl="8">
              <a:spcBef>
                <a:spcPts val="0"/>
              </a:spcBef>
              <a:buClr>
                <a:srgbClr val="FFFFFF"/>
              </a:buClr>
              <a:defRPr>
                <a:solidFill>
                  <a:srgbClr val="FFFFFF"/>
                </a:solidFill>
              </a:defRPr>
            </a:lvl9pPr>
          </a:lstStyle>
          <a:p>
            <a:endParaRPr/>
          </a:p>
        </p:txBody>
      </p:sp>
      <p:pic>
        <p:nvPicPr>
          <p:cNvPr id="72" name="Shape 72" descr="Packt-Logo-white.png"/>
          <p:cNvPicPr preferRelativeResize="0"/>
          <p:nvPr/>
        </p:nvPicPr>
        <p:blipFill>
          <a:blip r:embed="rId2">
            <a:alphaModFix/>
          </a:blip>
          <a:stretch>
            <a:fillRect/>
          </a:stretch>
        </p:blipFill>
        <p:spPr>
          <a:xfrm>
            <a:off x="112750" y="1763405"/>
            <a:ext cx="3382881" cy="161666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73"/>
        <p:cNvGrpSpPr/>
        <p:nvPr/>
      </p:nvGrpSpPr>
      <p:grpSpPr>
        <a:xfrm>
          <a:off x="0" y="0"/>
          <a:ext cx="0" cy="0"/>
          <a:chOff x="0" y="0"/>
          <a:chExt cx="0" cy="0"/>
        </a:xfrm>
      </p:grpSpPr>
      <p:pic>
        <p:nvPicPr>
          <p:cNvPr id="74" name="Shape 7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Blank (Classic)">
    <p:bg>
      <p:bgPr>
        <a:solidFill>
          <a:srgbClr val="333333"/>
        </a:solidFill>
        <a:effectLst/>
      </p:bgPr>
    </p:bg>
    <p:spTree>
      <p:nvGrpSpPr>
        <p:cNvPr id="1" name="Shape 75"/>
        <p:cNvGrpSpPr/>
        <p:nvPr/>
      </p:nvGrpSpPr>
      <p:grpSpPr>
        <a:xfrm>
          <a:off x="0" y="0"/>
          <a:ext cx="0" cy="0"/>
          <a:chOff x="0" y="0"/>
          <a:chExt cx="0" cy="0"/>
        </a:xfrm>
      </p:grpSpPr>
      <p:pic>
        <p:nvPicPr>
          <p:cNvPr id="76" name="Shape 7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77"/>
        <p:cNvGrpSpPr/>
        <p:nvPr/>
      </p:nvGrpSpPr>
      <p:grpSpPr>
        <a:xfrm>
          <a:off x="0" y="0"/>
          <a:ext cx="0" cy="0"/>
          <a:chOff x="0" y="0"/>
          <a:chExt cx="0" cy="0"/>
        </a:xfrm>
      </p:grpSpPr>
      <p:pic>
        <p:nvPicPr>
          <p:cNvPr id="78" name="Shape 7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79"/>
        <p:cNvGrpSpPr/>
        <p:nvPr/>
      </p:nvGrpSpPr>
      <p:grpSpPr>
        <a:xfrm>
          <a:off x="0" y="0"/>
          <a:ext cx="0" cy="0"/>
          <a:chOff x="0" y="0"/>
          <a:chExt cx="0" cy="0"/>
        </a:xfrm>
      </p:grpSpPr>
      <p:pic>
        <p:nvPicPr>
          <p:cNvPr id="80" name="Shape 80"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81"/>
        <p:cNvGrpSpPr/>
        <p:nvPr/>
      </p:nvGrpSpPr>
      <p:grpSpPr>
        <a:xfrm>
          <a:off x="0" y="0"/>
          <a:ext cx="0" cy="0"/>
          <a:chOff x="0" y="0"/>
          <a:chExt cx="0" cy="0"/>
        </a:xfrm>
      </p:grpSpPr>
      <p:pic>
        <p:nvPicPr>
          <p:cNvPr id="82" name="Shape 8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83"/>
        <p:cNvGrpSpPr/>
        <p:nvPr/>
      </p:nvGrpSpPr>
      <p:grpSpPr>
        <a:xfrm>
          <a:off x="0" y="0"/>
          <a:ext cx="0" cy="0"/>
          <a:chOff x="0" y="0"/>
          <a:chExt cx="0" cy="0"/>
        </a:xfrm>
      </p:grpSpPr>
      <p:pic>
        <p:nvPicPr>
          <p:cNvPr id="84" name="Shape 8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85"/>
        <p:cNvGrpSpPr/>
        <p:nvPr/>
      </p:nvGrpSpPr>
      <p:grpSpPr>
        <a:xfrm>
          <a:off x="0" y="0"/>
          <a:ext cx="0" cy="0"/>
          <a:chOff x="0" y="0"/>
          <a:chExt cx="0" cy="0"/>
        </a:xfrm>
      </p:grpSpPr>
      <p:pic>
        <p:nvPicPr>
          <p:cNvPr id="86" name="Shape 8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Course Title and Author Name">
    <p:bg>
      <p:bgPr>
        <a:solidFill>
          <a:srgbClr val="F37021"/>
        </a:solidFill>
        <a:effectLst/>
      </p:bgPr>
    </p:bg>
    <p:spTree>
      <p:nvGrpSpPr>
        <p:cNvPr id="1" name="Shape 91"/>
        <p:cNvGrpSpPr/>
        <p:nvPr/>
      </p:nvGrpSpPr>
      <p:grpSpPr>
        <a:xfrm>
          <a:off x="0" y="0"/>
          <a:ext cx="0" cy="0"/>
          <a:chOff x="0" y="0"/>
          <a:chExt cx="0" cy="0"/>
        </a:xfrm>
      </p:grpSpPr>
      <p:sp>
        <p:nvSpPr>
          <p:cNvPr id="92" name="Shape 92"/>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3" name="Shape 93"/>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ection and Subsection Title">
    <p:bg>
      <p:bgPr>
        <a:solidFill>
          <a:srgbClr val="F37021"/>
        </a:solidFill>
        <a:effectLst/>
      </p:bgPr>
    </p:bg>
    <p:spTree>
      <p:nvGrpSpPr>
        <p:cNvPr id="1" name="Shape 94"/>
        <p:cNvGrpSpPr/>
        <p:nvPr/>
      </p:nvGrpSpPr>
      <p:grpSpPr>
        <a:xfrm>
          <a:off x="0" y="0"/>
          <a:ext cx="0" cy="0"/>
          <a:chOff x="0" y="0"/>
          <a:chExt cx="0" cy="0"/>
        </a:xfrm>
      </p:grpSpPr>
      <p:sp>
        <p:nvSpPr>
          <p:cNvPr id="95" name="Shape 95"/>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6" name="Shape 96"/>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99"/>
        <p:cNvGrpSpPr/>
        <p:nvPr/>
      </p:nvGrpSpPr>
      <p:grpSpPr>
        <a:xfrm>
          <a:off x="0" y="0"/>
          <a:ext cx="0" cy="0"/>
          <a:chOff x="0" y="0"/>
          <a:chExt cx="0" cy="0"/>
        </a:xfrm>
      </p:grpSpPr>
      <p:sp>
        <p:nvSpPr>
          <p:cNvPr id="100" name="Shape 10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01" name="Shape 10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02" name="Shape 10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103" name="Shape 10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110"/>
        <p:cNvGrpSpPr/>
        <p:nvPr/>
      </p:nvGrpSpPr>
      <p:grpSpPr>
        <a:xfrm>
          <a:off x="0" y="0"/>
          <a:ext cx="0" cy="0"/>
          <a:chOff x="0" y="0"/>
          <a:chExt cx="0" cy="0"/>
        </a:xfrm>
      </p:grpSpPr>
      <p:sp>
        <p:nvSpPr>
          <p:cNvPr id="111" name="Shape 111"/>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12" name="Shape 112"/>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13" name="Shape 113"/>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Caption">
    <p:spTree>
      <p:nvGrpSpPr>
        <p:cNvPr id="1" name="Shape 133"/>
        <p:cNvGrpSpPr/>
        <p:nvPr/>
      </p:nvGrpSpPr>
      <p:grpSpPr>
        <a:xfrm>
          <a:off x="0" y="0"/>
          <a:ext cx="0" cy="0"/>
          <a:chOff x="0" y="0"/>
          <a:chExt cx="0" cy="0"/>
        </a:xfrm>
      </p:grpSpPr>
      <p:sp>
        <p:nvSpPr>
          <p:cNvPr id="134" name="Shape 134"/>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35" name="Shape 135"/>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36" name="Shape 136"/>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40"/>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144"/>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Blank (Classic)">
    <p:bg>
      <p:bgPr>
        <a:solidFill>
          <a:srgbClr val="F37021"/>
        </a:solidFill>
        <a:effectLst/>
      </p:bgPr>
    </p:bg>
    <p:spTree>
      <p:nvGrpSpPr>
        <p:cNvPr id="1" name="Shape 145"/>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146"/>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147"/>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148"/>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149"/>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150"/>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cSld name="Standalone Introduction or Summary">
    <p:bg>
      <p:bgPr>
        <a:solidFill>
          <a:srgbClr val="F37021"/>
        </a:solidFill>
        <a:effectLst/>
      </p:bgPr>
    </p:bg>
    <p:spTree>
      <p:nvGrpSpPr>
        <p:cNvPr id="1" name="Shape 97"/>
        <p:cNvGrpSpPr/>
        <p:nvPr/>
      </p:nvGrpSpPr>
      <p:grpSpPr>
        <a:xfrm>
          <a:off x="0" y="0"/>
          <a:ext cx="0" cy="0"/>
          <a:chOff x="0" y="0"/>
          <a:chExt cx="0" cy="0"/>
        </a:xfrm>
      </p:grpSpPr>
      <p:sp>
        <p:nvSpPr>
          <p:cNvPr id="98" name="Shape 98"/>
          <p:cNvSpPr txBox="1">
            <a:spLocks noGrp="1"/>
          </p:cNvSpPr>
          <p:nvPr>
            <p:ph type="title"/>
          </p:nvPr>
        </p:nvSpPr>
        <p:spPr>
          <a:xfrm>
            <a:off x="460950" y="2065350"/>
            <a:ext cx="8222100" cy="1012800"/>
          </a:xfrm>
          <a:prstGeom prst="rect">
            <a:avLst/>
          </a:prstGeom>
        </p:spPr>
        <p:txBody>
          <a:bodyPr lIns="91425" tIns="91425" rIns="91425" bIns="91425" anchor="ctr" anchorCtr="0"/>
          <a:lstStyle>
            <a:lvl1pPr lvl="0" rtl="0">
              <a:spcBef>
                <a:spcPts val="0"/>
              </a:spcBef>
              <a:buSzPct val="100000"/>
              <a:defRPr sz="4200"/>
            </a:lvl1pPr>
            <a:lvl2pPr lvl="1" rtl="0">
              <a:spcBef>
                <a:spcPts val="0"/>
              </a:spcBef>
              <a:buSzPct val="100000"/>
              <a:defRPr sz="4200"/>
            </a:lvl2pPr>
            <a:lvl3pPr lvl="2" rtl="0">
              <a:spcBef>
                <a:spcPts val="0"/>
              </a:spcBef>
              <a:buSzPct val="100000"/>
              <a:defRPr sz="4200"/>
            </a:lvl3pPr>
            <a:lvl4pPr lvl="3" rtl="0">
              <a:spcBef>
                <a:spcPts val="0"/>
              </a:spcBef>
              <a:buSzPct val="100000"/>
              <a:defRPr sz="4200"/>
            </a:lvl4pPr>
            <a:lvl5pPr lvl="4" rtl="0">
              <a:spcBef>
                <a:spcPts val="0"/>
              </a:spcBef>
              <a:buSzPct val="100000"/>
              <a:defRPr sz="4200"/>
            </a:lvl5pPr>
            <a:lvl6pPr lvl="5" rtl="0">
              <a:spcBef>
                <a:spcPts val="0"/>
              </a:spcBef>
              <a:buSzPct val="100000"/>
              <a:defRPr sz="4200"/>
            </a:lvl6pPr>
            <a:lvl7pPr lvl="6" rtl="0">
              <a:spcBef>
                <a:spcPts val="0"/>
              </a:spcBef>
              <a:buSzPct val="100000"/>
              <a:defRPr sz="4200"/>
            </a:lvl7pPr>
            <a:lvl8pPr lvl="7" rtl="0">
              <a:spcBef>
                <a:spcPts val="0"/>
              </a:spcBef>
              <a:buSzPct val="100000"/>
              <a:defRPr sz="4200"/>
            </a:lvl8pPr>
            <a:lvl9pPr lvl="8" rtl="0">
              <a:spcBef>
                <a:spcPts val="0"/>
              </a:spcBef>
              <a:buSzPct val="100000"/>
              <a:defRPr sz="42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theme" Target="../theme/theme2.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7" name="Shape 7"/>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Shape 87"/>
        <p:cNvGrpSpPr/>
        <p:nvPr/>
      </p:nvGrpSpPr>
      <p:grpSpPr>
        <a:xfrm>
          <a:off x="0" y="0"/>
          <a:ext cx="0" cy="0"/>
          <a:chOff x="0" y="0"/>
          <a:chExt cx="0" cy="0"/>
        </a:xfrm>
      </p:grpSpPr>
      <p:sp>
        <p:nvSpPr>
          <p:cNvPr id="88" name="Shape 88"/>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89" name="Shape 89"/>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90" name="Shape 90"/>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2" r:id="rId3"/>
    <p:sldLayoutId id="2147483674" r:id="rId4"/>
    <p:sldLayoutId id="2147483679" r:id="rId5"/>
    <p:sldLayoutId id="2147483681" r:id="rId6"/>
    <p:sldLayoutId id="2147483683" r:id="rId7"/>
    <p:sldLayoutId id="2147483684" r:id="rId8"/>
    <p:sldLayoutId id="2147483685" r:id="rId9"/>
    <p:sldLayoutId id="2147483686" r:id="rId10"/>
    <p:sldLayoutId id="2147483687" r:id="rId11"/>
    <p:sldLayoutId id="2147483688" r:id="rId12"/>
    <p:sldLayoutId id="2147483689" r:id="rId13"/>
    <p:sldLayoutId id="214748369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Shape 173"/>
          <p:cNvSpPr txBox="1">
            <a:spLocks noGrp="1"/>
          </p:cNvSpPr>
          <p:nvPr>
            <p:ph type="title"/>
          </p:nvPr>
        </p:nvSpPr>
        <p:spPr>
          <a:xfrm>
            <a:off x="460950" y="2065350"/>
            <a:ext cx="8222100" cy="1012800"/>
          </a:xfrm>
          <a:prstGeom prst="rect">
            <a:avLst/>
          </a:prstGeom>
        </p:spPr>
        <p:txBody>
          <a:bodyPr lIns="91425" tIns="91425" rIns="91425" bIns="91425" anchor="ctr" anchorCtr="0">
            <a:noAutofit/>
          </a:bodyPr>
          <a:lstStyle/>
          <a:p>
            <a:pPr lvl="0"/>
            <a:r>
              <a:rPr lang="en-US" dirty="0"/>
              <a:t>Packages and the Haskell ecosystem</a:t>
            </a:r>
            <a:endParaRPr lang="e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cxnSp>
        <p:nvCxnSpPr>
          <p:cNvPr id="178" name="Shape 178"/>
          <p:cNvCxnSpPr/>
          <p:nvPr/>
        </p:nvCxnSpPr>
        <p:spPr>
          <a:xfrm rot="10800000">
            <a:off x="680050" y="2153374"/>
            <a:ext cx="0" cy="1122600"/>
          </a:xfrm>
          <a:prstGeom prst="straightConnector1">
            <a:avLst/>
          </a:prstGeom>
          <a:noFill/>
          <a:ln w="9525" cap="flat" cmpd="sng">
            <a:solidFill>
              <a:schemeClr val="dk2"/>
            </a:solidFill>
            <a:prstDash val="solid"/>
            <a:round/>
            <a:headEnd type="none" w="lg" len="lg"/>
            <a:tailEnd type="oval" w="lg" len="lg"/>
          </a:ln>
        </p:spPr>
      </p:cxnSp>
      <p:sp>
        <p:nvSpPr>
          <p:cNvPr id="179" name="Shape 179"/>
          <p:cNvSpPr txBox="1">
            <a:spLocks noGrp="1"/>
          </p:cNvSpPr>
          <p:nvPr>
            <p:ph type="title"/>
          </p:nvPr>
        </p:nvSpPr>
        <p:spPr>
          <a:xfrm>
            <a:off x="727112" y="1995898"/>
            <a:ext cx="2213162" cy="392100"/>
          </a:xfrm>
          <a:prstGeom prst="rect">
            <a:avLst/>
          </a:prstGeom>
        </p:spPr>
        <p:txBody>
          <a:bodyPr lIns="91425" tIns="91425" rIns="91425" bIns="91425" anchor="ctr" anchorCtr="0">
            <a:noAutofit/>
          </a:bodyPr>
          <a:lstStyle/>
          <a:p>
            <a:pPr lvl="0" rtl="0">
              <a:spcBef>
                <a:spcPts val="0"/>
              </a:spcBef>
              <a:buNone/>
            </a:pPr>
            <a:r>
              <a:rPr lang="en-US" sz="1800" dirty="0">
                <a:solidFill>
                  <a:schemeClr val="dk1"/>
                </a:solidFill>
              </a:rPr>
              <a:t>Package repositories</a:t>
            </a:r>
            <a:endParaRPr lang="en" sz="1800" dirty="0">
              <a:solidFill>
                <a:schemeClr val="dk1"/>
              </a:solidFill>
            </a:endParaRPr>
          </a:p>
        </p:txBody>
      </p:sp>
      <p:sp>
        <p:nvSpPr>
          <p:cNvPr id="180" name="Shape 180"/>
          <p:cNvSpPr txBox="1">
            <a:spLocks noGrp="1"/>
          </p:cNvSpPr>
          <p:nvPr>
            <p:ph type="body" idx="1"/>
          </p:nvPr>
        </p:nvSpPr>
        <p:spPr>
          <a:xfrm>
            <a:off x="727112" y="2285924"/>
            <a:ext cx="1814100" cy="578700"/>
          </a:xfrm>
          <a:prstGeom prst="rect">
            <a:avLst/>
          </a:prstGeom>
        </p:spPr>
        <p:txBody>
          <a:bodyPr lIns="91425" tIns="91425" rIns="91425" bIns="91425" anchor="t" anchorCtr="0">
            <a:noAutofit/>
          </a:bodyPr>
          <a:lstStyle/>
          <a:p>
            <a:pPr lvl="0" rtl="0">
              <a:spcBef>
                <a:spcPts val="0"/>
              </a:spcBef>
              <a:buNone/>
            </a:pPr>
            <a:r>
              <a:rPr lang="en-US" sz="1400" dirty="0">
                <a:solidFill>
                  <a:schemeClr val="dk2"/>
                </a:solidFill>
              </a:rPr>
              <a:t>Hackage, Stackage and local repositories</a:t>
            </a:r>
            <a:endParaRPr lang="en" sz="1400" dirty="0">
              <a:solidFill>
                <a:schemeClr val="dk2"/>
              </a:solidFill>
            </a:endParaRPr>
          </a:p>
        </p:txBody>
      </p:sp>
      <p:cxnSp>
        <p:nvCxnSpPr>
          <p:cNvPr id="181" name="Shape 181"/>
          <p:cNvCxnSpPr/>
          <p:nvPr/>
        </p:nvCxnSpPr>
        <p:spPr>
          <a:xfrm>
            <a:off x="2114150" y="3296200"/>
            <a:ext cx="0" cy="667800"/>
          </a:xfrm>
          <a:prstGeom prst="straightConnector1">
            <a:avLst/>
          </a:prstGeom>
          <a:noFill/>
          <a:ln w="9525" cap="flat" cmpd="sng">
            <a:solidFill>
              <a:schemeClr val="dk2"/>
            </a:solidFill>
            <a:prstDash val="solid"/>
            <a:round/>
            <a:headEnd type="none" w="lg" len="lg"/>
            <a:tailEnd type="oval" w="lg" len="lg"/>
          </a:ln>
        </p:spPr>
      </p:cxnSp>
      <p:sp>
        <p:nvSpPr>
          <p:cNvPr id="182" name="Shape 182"/>
          <p:cNvSpPr txBox="1">
            <a:spLocks noGrp="1"/>
          </p:cNvSpPr>
          <p:nvPr>
            <p:ph type="title"/>
          </p:nvPr>
        </p:nvSpPr>
        <p:spPr>
          <a:xfrm>
            <a:off x="2161196" y="3725325"/>
            <a:ext cx="2323200" cy="392100"/>
          </a:xfrm>
          <a:prstGeom prst="rect">
            <a:avLst/>
          </a:prstGeom>
        </p:spPr>
        <p:txBody>
          <a:bodyPr lIns="91425" tIns="91425" rIns="91425" bIns="91425" anchor="ctr" anchorCtr="0">
            <a:noAutofit/>
          </a:bodyPr>
          <a:lstStyle/>
          <a:p>
            <a:pPr lvl="0" rtl="0">
              <a:spcBef>
                <a:spcPts val="0"/>
              </a:spcBef>
              <a:buNone/>
            </a:pPr>
            <a:r>
              <a:rPr lang="en-US" sz="1800" dirty="0">
                <a:solidFill>
                  <a:schemeClr val="dk1"/>
                </a:solidFill>
              </a:rPr>
              <a:t>Searching</a:t>
            </a:r>
            <a:endParaRPr lang="en" sz="1800" dirty="0">
              <a:solidFill>
                <a:schemeClr val="dk1"/>
              </a:solidFill>
            </a:endParaRPr>
          </a:p>
        </p:txBody>
      </p:sp>
      <p:sp>
        <p:nvSpPr>
          <p:cNvPr id="183" name="Shape 183"/>
          <p:cNvSpPr txBox="1">
            <a:spLocks noGrp="1"/>
          </p:cNvSpPr>
          <p:nvPr>
            <p:ph type="body" idx="1"/>
          </p:nvPr>
        </p:nvSpPr>
        <p:spPr>
          <a:xfrm>
            <a:off x="2161211" y="4015342"/>
            <a:ext cx="1814100" cy="578700"/>
          </a:xfrm>
          <a:prstGeom prst="rect">
            <a:avLst/>
          </a:prstGeom>
        </p:spPr>
        <p:txBody>
          <a:bodyPr lIns="91425" tIns="91425" rIns="91425" bIns="91425" anchor="t" anchorCtr="0">
            <a:noAutofit/>
          </a:bodyPr>
          <a:lstStyle/>
          <a:p>
            <a:pPr lvl="0" rtl="0">
              <a:spcBef>
                <a:spcPts val="0"/>
              </a:spcBef>
              <a:buNone/>
            </a:pPr>
            <a:r>
              <a:rPr lang="en-US" sz="1400" dirty="0">
                <a:solidFill>
                  <a:schemeClr val="dk2"/>
                </a:solidFill>
              </a:rPr>
              <a:t>Hackage, Stackage and Hoogle</a:t>
            </a:r>
            <a:endParaRPr lang="en" sz="1400" dirty="0">
              <a:solidFill>
                <a:schemeClr val="dk2"/>
              </a:solidFill>
            </a:endParaRPr>
          </a:p>
        </p:txBody>
      </p:sp>
      <p:cxnSp>
        <p:nvCxnSpPr>
          <p:cNvPr id="184" name="Shape 184"/>
          <p:cNvCxnSpPr/>
          <p:nvPr/>
        </p:nvCxnSpPr>
        <p:spPr>
          <a:xfrm rot="10800000">
            <a:off x="3149975" y="2145156"/>
            <a:ext cx="0" cy="1155600"/>
          </a:xfrm>
          <a:prstGeom prst="straightConnector1">
            <a:avLst/>
          </a:prstGeom>
          <a:noFill/>
          <a:ln w="9525" cap="flat" cmpd="sng">
            <a:solidFill>
              <a:schemeClr val="dk2"/>
            </a:solidFill>
            <a:prstDash val="solid"/>
            <a:round/>
            <a:headEnd type="none" w="lg" len="lg"/>
            <a:tailEnd type="oval" w="lg" len="lg"/>
          </a:ln>
        </p:spPr>
      </p:cxnSp>
      <p:sp>
        <p:nvSpPr>
          <p:cNvPr id="185" name="Shape 185"/>
          <p:cNvSpPr txBox="1">
            <a:spLocks noGrp="1"/>
          </p:cNvSpPr>
          <p:nvPr>
            <p:ph type="title"/>
          </p:nvPr>
        </p:nvSpPr>
        <p:spPr>
          <a:xfrm>
            <a:off x="3197036" y="1995911"/>
            <a:ext cx="2213164" cy="392100"/>
          </a:xfrm>
          <a:prstGeom prst="rect">
            <a:avLst/>
          </a:prstGeom>
        </p:spPr>
        <p:txBody>
          <a:bodyPr lIns="91425" tIns="91425" rIns="91425" bIns="91425" anchor="ctr" anchorCtr="0">
            <a:noAutofit/>
          </a:bodyPr>
          <a:lstStyle/>
          <a:p>
            <a:pPr lvl="0" rtl="0">
              <a:spcBef>
                <a:spcPts val="0"/>
              </a:spcBef>
              <a:buNone/>
            </a:pPr>
            <a:r>
              <a:rPr lang="en-US" sz="1800" dirty="0">
                <a:solidFill>
                  <a:schemeClr val="dk1"/>
                </a:solidFill>
              </a:rPr>
              <a:t>Navigating packages</a:t>
            </a:r>
            <a:endParaRPr lang="en" sz="1800" dirty="0">
              <a:solidFill>
                <a:schemeClr val="dk1"/>
              </a:solidFill>
            </a:endParaRPr>
          </a:p>
        </p:txBody>
      </p:sp>
      <p:sp>
        <p:nvSpPr>
          <p:cNvPr id="186" name="Shape 186"/>
          <p:cNvSpPr txBox="1">
            <a:spLocks noGrp="1"/>
          </p:cNvSpPr>
          <p:nvPr>
            <p:ph type="body" idx="1"/>
          </p:nvPr>
        </p:nvSpPr>
        <p:spPr>
          <a:xfrm>
            <a:off x="3197036" y="2285937"/>
            <a:ext cx="2375804" cy="578700"/>
          </a:xfrm>
          <a:prstGeom prst="rect">
            <a:avLst/>
          </a:prstGeom>
        </p:spPr>
        <p:txBody>
          <a:bodyPr lIns="91425" tIns="91425" rIns="91425" bIns="91425" anchor="t" anchorCtr="0">
            <a:noAutofit/>
          </a:bodyPr>
          <a:lstStyle/>
          <a:p>
            <a:pPr lvl="0" rtl="0">
              <a:spcBef>
                <a:spcPts val="0"/>
              </a:spcBef>
              <a:buNone/>
            </a:pPr>
            <a:r>
              <a:rPr lang="en-US" sz="1400" dirty="0">
                <a:solidFill>
                  <a:schemeClr val="dk2"/>
                </a:solidFill>
              </a:rPr>
              <a:t>What’s in a package? Choosing between packages</a:t>
            </a:r>
            <a:endParaRPr lang="en" sz="1400" dirty="0">
              <a:solidFill>
                <a:schemeClr val="dk2"/>
              </a:solidFill>
            </a:endParaRPr>
          </a:p>
        </p:txBody>
      </p:sp>
      <p:cxnSp>
        <p:nvCxnSpPr>
          <p:cNvPr id="187" name="Shape 187"/>
          <p:cNvCxnSpPr/>
          <p:nvPr/>
        </p:nvCxnSpPr>
        <p:spPr>
          <a:xfrm>
            <a:off x="4957475" y="3296200"/>
            <a:ext cx="0" cy="667800"/>
          </a:xfrm>
          <a:prstGeom prst="straightConnector1">
            <a:avLst/>
          </a:prstGeom>
          <a:noFill/>
          <a:ln w="9525" cap="flat" cmpd="sng">
            <a:solidFill>
              <a:schemeClr val="dk2"/>
            </a:solidFill>
            <a:prstDash val="solid"/>
            <a:round/>
            <a:headEnd type="none" w="lg" len="lg"/>
            <a:tailEnd type="oval" w="lg" len="lg"/>
          </a:ln>
        </p:spPr>
      </p:cxnSp>
      <p:sp>
        <p:nvSpPr>
          <p:cNvPr id="188" name="Shape 188"/>
          <p:cNvSpPr txBox="1">
            <a:spLocks noGrp="1"/>
          </p:cNvSpPr>
          <p:nvPr>
            <p:ph type="title"/>
          </p:nvPr>
        </p:nvSpPr>
        <p:spPr>
          <a:xfrm>
            <a:off x="5004537" y="3722041"/>
            <a:ext cx="2476524" cy="392100"/>
          </a:xfrm>
          <a:prstGeom prst="rect">
            <a:avLst/>
          </a:prstGeom>
        </p:spPr>
        <p:txBody>
          <a:bodyPr lIns="91425" tIns="91425" rIns="91425" bIns="91425" anchor="ctr" anchorCtr="0">
            <a:noAutofit/>
          </a:bodyPr>
          <a:lstStyle/>
          <a:p>
            <a:pPr lvl="0" rtl="0">
              <a:spcBef>
                <a:spcPts val="0"/>
              </a:spcBef>
              <a:buNone/>
            </a:pPr>
            <a:r>
              <a:rPr lang="en-US" sz="1800" dirty="0">
                <a:solidFill>
                  <a:schemeClr val="dk1"/>
                </a:solidFill>
              </a:rPr>
              <a:t>Consuming packages</a:t>
            </a:r>
            <a:endParaRPr lang="en" sz="1800" dirty="0">
              <a:solidFill>
                <a:schemeClr val="dk1"/>
              </a:solidFill>
            </a:endParaRPr>
          </a:p>
        </p:txBody>
      </p:sp>
      <p:sp>
        <p:nvSpPr>
          <p:cNvPr id="189" name="Shape 189"/>
          <p:cNvSpPr txBox="1">
            <a:spLocks noGrp="1"/>
          </p:cNvSpPr>
          <p:nvPr>
            <p:ph type="body" idx="1"/>
          </p:nvPr>
        </p:nvSpPr>
        <p:spPr>
          <a:xfrm>
            <a:off x="5004537" y="4012067"/>
            <a:ext cx="1814099" cy="578700"/>
          </a:xfrm>
          <a:prstGeom prst="rect">
            <a:avLst/>
          </a:prstGeom>
        </p:spPr>
        <p:txBody>
          <a:bodyPr lIns="91425" tIns="91425" rIns="91425" bIns="91425" anchor="t" anchorCtr="0">
            <a:noAutofit/>
          </a:bodyPr>
          <a:lstStyle/>
          <a:p>
            <a:pPr lvl="0" rtl="0">
              <a:spcBef>
                <a:spcPts val="0"/>
              </a:spcBef>
              <a:buNone/>
            </a:pPr>
            <a:r>
              <a:rPr lang="en-US" sz="1400" dirty="0">
                <a:solidFill>
                  <a:schemeClr val="dk2"/>
                </a:solidFill>
              </a:rPr>
              <a:t>How to use third-party packages</a:t>
            </a:r>
            <a:endParaRPr lang="en" sz="1400" dirty="0">
              <a:solidFill>
                <a:schemeClr val="dk2"/>
              </a:solidFill>
            </a:endParaRPr>
          </a:p>
        </p:txBody>
      </p:sp>
      <p:cxnSp>
        <p:nvCxnSpPr>
          <p:cNvPr id="190" name="Shape 190"/>
          <p:cNvCxnSpPr/>
          <p:nvPr/>
        </p:nvCxnSpPr>
        <p:spPr>
          <a:xfrm rot="10800000">
            <a:off x="5619900" y="2145262"/>
            <a:ext cx="0" cy="1167900"/>
          </a:xfrm>
          <a:prstGeom prst="straightConnector1">
            <a:avLst/>
          </a:prstGeom>
          <a:noFill/>
          <a:ln w="9525" cap="flat" cmpd="sng">
            <a:solidFill>
              <a:schemeClr val="dk2"/>
            </a:solidFill>
            <a:prstDash val="solid"/>
            <a:round/>
            <a:headEnd type="none" w="lg" len="lg"/>
            <a:tailEnd type="oval" w="lg" len="lg"/>
          </a:ln>
        </p:spPr>
      </p:cxnSp>
      <p:sp>
        <p:nvSpPr>
          <p:cNvPr id="191" name="Shape 191"/>
          <p:cNvSpPr txBox="1">
            <a:spLocks noGrp="1"/>
          </p:cNvSpPr>
          <p:nvPr>
            <p:ph type="title"/>
          </p:nvPr>
        </p:nvSpPr>
        <p:spPr>
          <a:xfrm>
            <a:off x="5666961" y="1995911"/>
            <a:ext cx="1814100" cy="392100"/>
          </a:xfrm>
          <a:prstGeom prst="rect">
            <a:avLst/>
          </a:prstGeom>
        </p:spPr>
        <p:txBody>
          <a:bodyPr lIns="91425" tIns="91425" rIns="91425" bIns="91425" anchor="ctr" anchorCtr="0">
            <a:noAutofit/>
          </a:bodyPr>
          <a:lstStyle/>
          <a:p>
            <a:pPr lvl="0" rtl="0">
              <a:spcBef>
                <a:spcPts val="0"/>
              </a:spcBef>
              <a:buNone/>
            </a:pPr>
            <a:r>
              <a:rPr lang="en-US" sz="1800" dirty="0">
                <a:solidFill>
                  <a:schemeClr val="dk1"/>
                </a:solidFill>
              </a:rPr>
              <a:t>A tour</a:t>
            </a:r>
            <a:endParaRPr lang="en" sz="1800" dirty="0">
              <a:solidFill>
                <a:schemeClr val="dk1"/>
              </a:solidFill>
            </a:endParaRPr>
          </a:p>
        </p:txBody>
      </p:sp>
      <p:sp>
        <p:nvSpPr>
          <p:cNvPr id="192" name="Shape 192"/>
          <p:cNvSpPr txBox="1">
            <a:spLocks noGrp="1"/>
          </p:cNvSpPr>
          <p:nvPr>
            <p:ph type="body" idx="1"/>
          </p:nvPr>
        </p:nvSpPr>
        <p:spPr>
          <a:xfrm>
            <a:off x="5666961" y="2285937"/>
            <a:ext cx="1814100" cy="578700"/>
          </a:xfrm>
          <a:prstGeom prst="rect">
            <a:avLst/>
          </a:prstGeom>
        </p:spPr>
        <p:txBody>
          <a:bodyPr lIns="91425" tIns="91425" rIns="91425" bIns="91425" anchor="t" anchorCtr="0">
            <a:noAutofit/>
          </a:bodyPr>
          <a:lstStyle/>
          <a:p>
            <a:pPr lvl="0" rtl="0">
              <a:spcBef>
                <a:spcPts val="0"/>
              </a:spcBef>
              <a:buNone/>
            </a:pPr>
            <a:r>
              <a:rPr lang="en-US" sz="1400" dirty="0">
                <a:solidFill>
                  <a:schemeClr val="dk2"/>
                </a:solidFill>
              </a:rPr>
              <a:t>A brief exploration of some popular Haskell packages</a:t>
            </a:r>
            <a:endParaRPr lang="en" sz="1400" dirty="0">
              <a:solidFill>
                <a:schemeClr val="dk2"/>
              </a:solidFill>
            </a:endParaRPr>
          </a:p>
        </p:txBody>
      </p:sp>
      <p:sp>
        <p:nvSpPr>
          <p:cNvPr id="193" name="Shape 193"/>
          <p:cNvSpPr txBox="1">
            <a:spLocks noGrp="1"/>
          </p:cNvSpPr>
          <p:nvPr>
            <p:ph type="title"/>
          </p:nvPr>
        </p:nvSpPr>
        <p:spPr>
          <a:xfrm>
            <a:off x="471900" y="738725"/>
            <a:ext cx="8222100" cy="767700"/>
          </a:xfrm>
          <a:prstGeom prst="rect">
            <a:avLst/>
          </a:prstGeom>
        </p:spPr>
        <p:txBody>
          <a:bodyPr lIns="91425" tIns="91425" rIns="91425" bIns="91425" anchor="b" anchorCtr="0">
            <a:noAutofit/>
          </a:bodyPr>
          <a:lstStyle/>
          <a:p>
            <a:pPr lvl="0" rtl="0">
              <a:spcBef>
                <a:spcPts val="0"/>
              </a:spcBef>
              <a:buNone/>
            </a:pPr>
            <a:r>
              <a:rPr lang="en"/>
              <a:t>What We’ll Learn</a:t>
            </a:r>
          </a:p>
        </p:txBody>
      </p:sp>
      <p:grpSp>
        <p:nvGrpSpPr>
          <p:cNvPr id="2" name="Shape 194"/>
          <p:cNvGrpSpPr/>
          <p:nvPr/>
        </p:nvGrpSpPr>
        <p:grpSpPr>
          <a:xfrm>
            <a:off x="383437" y="2992212"/>
            <a:ext cx="8377136" cy="667800"/>
            <a:chOff x="383437" y="2845250"/>
            <a:chExt cx="8377136" cy="667800"/>
          </a:xfrm>
        </p:grpSpPr>
        <p:sp>
          <p:nvSpPr>
            <p:cNvPr id="195" name="Shape 195"/>
            <p:cNvSpPr/>
            <p:nvPr/>
          </p:nvSpPr>
          <p:spPr>
            <a:xfrm rot="5400000">
              <a:off x="8137924" y="2890400"/>
              <a:ext cx="667800" cy="577500"/>
            </a:xfrm>
            <a:prstGeom prst="triangle">
              <a:avLst>
                <a:gd name="adj" fmla="val 50000"/>
              </a:avLst>
            </a:prstGeom>
            <a:solidFill>
              <a:srgbClr val="4285F4"/>
            </a:solidFill>
            <a:ln>
              <a:noFill/>
            </a:ln>
          </p:spPr>
          <p:txBody>
            <a:bodyPr lIns="91425" tIns="91425" rIns="91425" bIns="91425" anchor="ctr" anchorCtr="0">
              <a:noAutofit/>
            </a:bodyPr>
            <a:lstStyle/>
            <a:p>
              <a:pPr lvl="0">
                <a:spcBef>
                  <a:spcPts val="0"/>
                </a:spcBef>
                <a:buNone/>
              </a:pPr>
              <a:endParaRPr/>
            </a:p>
          </p:txBody>
        </p:sp>
        <p:sp>
          <p:nvSpPr>
            <p:cNvPr id="196" name="Shape 196"/>
            <p:cNvSpPr/>
            <p:nvPr/>
          </p:nvSpPr>
          <p:spPr>
            <a:xfrm>
              <a:off x="383437" y="3057650"/>
              <a:ext cx="7904700" cy="243000"/>
            </a:xfrm>
            <a:prstGeom prst="rect">
              <a:avLst/>
            </a:prstGeom>
            <a:solidFill>
              <a:srgbClr val="4285F4"/>
            </a:solidFill>
            <a:ln>
              <a:noFill/>
            </a:ln>
          </p:spPr>
          <p:txBody>
            <a:bodyPr lIns="91425" tIns="91425" rIns="91425" bIns="91425" anchor="ctr" anchorCtr="0">
              <a:noAutofit/>
            </a:bodyPr>
            <a:lstStyle/>
            <a:p>
              <a:pPr lvl="0">
                <a:spcBef>
                  <a:spcPts val="0"/>
                </a:spcBef>
                <a:buNone/>
              </a:pPr>
              <a:endParaRPr/>
            </a:p>
          </p:txBody>
        </p:sp>
      </p:grpSp>
    </p:spTree>
    <p:extLst>
      <p:ext uri="{BB962C8B-B14F-4D97-AF65-F5344CB8AC3E}">
        <p14:creationId xmlns:p14="http://schemas.microsoft.com/office/powerpoint/2010/main" val="1253106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166"/>
        <p:cNvGrpSpPr/>
        <p:nvPr/>
      </p:nvGrpSpPr>
      <p:grpSpPr>
        <a:xfrm>
          <a:off x="0" y="0"/>
          <a:ext cx="0" cy="0"/>
          <a:chOff x="0" y="0"/>
          <a:chExt cx="0" cy="0"/>
        </a:xfrm>
      </p:grpSpPr>
      <p:sp>
        <p:nvSpPr>
          <p:cNvPr id="167" name="Shape 167"/>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US" dirty="0"/>
              <a:t>Package repositories</a:t>
            </a:r>
            <a:endParaRPr lang="en" dirty="0"/>
          </a:p>
        </p:txBody>
      </p:sp>
      <p:sp>
        <p:nvSpPr>
          <p:cNvPr id="168" name="Shape 168"/>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dirty="0"/>
              <a:t>Packages and the Haskell ecosystem</a:t>
            </a:r>
            <a:endParaRPr lang="e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rtl="0">
              <a:spcBef>
                <a:spcPts val="0"/>
              </a:spcBef>
              <a:buNone/>
            </a:pPr>
            <a:r>
              <a:rPr lang="en-US" sz="2200" dirty="0"/>
              <a:t>In </a:t>
            </a:r>
            <a:r>
              <a:rPr lang="en-US" sz="2200"/>
              <a:t>this video, we’re going to take a look at…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a:solidFill>
                  <a:srgbClr val="434343"/>
                </a:solidFill>
              </a:rPr>
              <a:t>Hackage</a:t>
            </a:r>
          </a:p>
          <a:p>
            <a:pPr marL="457200" lvl="0" indent="-355600" rtl="0">
              <a:spcBef>
                <a:spcPts val="0"/>
              </a:spcBef>
              <a:buClr>
                <a:srgbClr val="434343"/>
              </a:buClr>
              <a:buSzPct val="100000"/>
              <a:buChar char="●"/>
            </a:pPr>
            <a:r>
              <a:rPr lang="en-US" sz="2000" dirty="0">
                <a:solidFill>
                  <a:srgbClr val="434343"/>
                </a:solidFill>
              </a:rPr>
              <a:t>Stackage</a:t>
            </a:r>
          </a:p>
          <a:p>
            <a:pPr marL="457200" lvl="0" indent="-355600" rtl="0">
              <a:spcBef>
                <a:spcPts val="0"/>
              </a:spcBef>
              <a:buClr>
                <a:srgbClr val="434343"/>
              </a:buClr>
              <a:buSzPct val="100000"/>
              <a:buChar char="●"/>
            </a:pPr>
            <a:r>
              <a:rPr lang="en-US" sz="2000" dirty="0">
                <a:solidFill>
                  <a:srgbClr val="434343"/>
                </a:solidFill>
              </a:rPr>
              <a:t>Local file system</a:t>
            </a:r>
          </a:p>
          <a:p>
            <a:pPr marL="457200" lvl="0" indent="-355600" rtl="0">
              <a:spcBef>
                <a:spcPts val="0"/>
              </a:spcBef>
              <a:buClr>
                <a:srgbClr val="434343"/>
              </a:buClr>
              <a:buSzPct val="100000"/>
              <a:buChar char="●"/>
            </a:pPr>
            <a:r>
              <a:rPr lang="en-US" sz="2000" dirty="0">
                <a:solidFill>
                  <a:srgbClr val="434343"/>
                </a:solidFill>
              </a:rPr>
              <a:t>Publishing </a:t>
            </a:r>
            <a:r>
              <a:rPr lang="en-US" sz="2000">
                <a:solidFill>
                  <a:srgbClr val="434343"/>
                </a:solidFill>
              </a:rPr>
              <a:t>our own packages</a:t>
            </a:r>
            <a:endParaRPr lang="en-US" sz="2000" dirty="0">
              <a:solidFill>
                <a:srgbClr val="434343"/>
              </a:solidFill>
            </a:endParaRPr>
          </a:p>
        </p:txBody>
      </p:sp>
    </p:spTree>
    <p:extLst>
      <p:ext uri="{BB962C8B-B14F-4D97-AF65-F5344CB8AC3E}">
        <p14:creationId xmlns:p14="http://schemas.microsoft.com/office/powerpoint/2010/main" val="1274327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Shape 272"/>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
              <a:t>Next Video</a:t>
            </a:r>
          </a:p>
        </p:txBody>
      </p:sp>
      <p:sp>
        <p:nvSpPr>
          <p:cNvPr id="273" name="Shape 273"/>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rtl="0">
              <a:spcBef>
                <a:spcPts val="0"/>
              </a:spcBef>
              <a:buNone/>
            </a:pPr>
            <a:r>
              <a:rPr lang="en-US"/>
              <a:t>Searching</a:t>
            </a:r>
            <a:endParaRPr lang="en" dirty="0"/>
          </a:p>
        </p:txBody>
      </p:sp>
    </p:spTree>
  </p:cSld>
  <p:clrMapOvr>
    <a:masterClrMapping/>
  </p:clrMapOvr>
</p:sld>
</file>

<file path=ppt/theme/theme1.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219</TotalTime>
  <Words>203</Words>
  <Application>Microsoft Office PowerPoint</Application>
  <PresentationFormat>On-screen Show (16:9)</PresentationFormat>
  <Paragraphs>29</Paragraphs>
  <Slides>5</Slides>
  <Notes>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5</vt:i4>
      </vt:variant>
    </vt:vector>
  </HeadingPairs>
  <TitlesOfParts>
    <vt:vector size="11" baseType="lpstr">
      <vt:lpstr>Arial</vt:lpstr>
      <vt:lpstr>Calibri</vt:lpstr>
      <vt:lpstr>Roboto</vt:lpstr>
      <vt:lpstr>Wingdings</vt:lpstr>
      <vt:lpstr>Packt</vt:lpstr>
      <vt:lpstr>Packt</vt:lpstr>
      <vt:lpstr>Packages and the Haskell ecosystem</vt:lpstr>
      <vt:lpstr>Package repositories</vt:lpstr>
      <vt:lpstr>Package repositories</vt:lpstr>
      <vt:lpstr>In this video, we’re going to take a look at…</vt:lpstr>
      <vt:lpstr>Next Video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Subsection Title</dc:title>
  <cp:lastModifiedBy>Richard Cook</cp:lastModifiedBy>
  <cp:revision>44</cp:revision>
  <dcterms:modified xsi:type="dcterms:W3CDTF">2017-04-12T00:33:14Z</dcterms:modified>
</cp:coreProperties>
</file>