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6"/>
  </p:notesMasterIdLst>
  <p:sldIdLst>
    <p:sldId id="258" r:id="rId3"/>
    <p:sldId id="270" r:id="rId4"/>
    <p:sldId id="269" r:id="rId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1"/>
    <p:restoredTop sz="77812" autoAdjust="0"/>
  </p:normalViewPr>
  <p:slideViewPr>
    <p:cSldViewPr>
      <p:cViewPr varScale="1">
        <p:scale>
          <a:sx n="82" d="100"/>
          <a:sy n="82" d="100"/>
        </p:scale>
        <p:origin x="736" y="16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[Mandatory Slide]</a:t>
            </a:r>
            <a:br>
              <a:rPr lang="en-US" dirty="0" smtClean="0"/>
            </a:br>
            <a:r>
              <a:rPr lang="en-US" dirty="0" smtClean="0"/>
              <a:t>This would be the introduction slide</a:t>
            </a:r>
            <a:r>
              <a:rPr lang="en-US" baseline="0" dirty="0" smtClean="0"/>
              <a:t> of the topic that you are covering in this subsection.</a:t>
            </a:r>
          </a:p>
          <a:p>
            <a:pPr lvl="0" rtl="0">
              <a:spcBef>
                <a:spcPts val="0"/>
              </a:spcBef>
              <a:buNone/>
            </a:pPr>
            <a:r>
              <a:rPr lang="en-US" baseline="0" dirty="0" smtClean="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This slide, like mentioned above is for multiple pointers. The information above covers the types</a:t>
            </a:r>
            <a:r>
              <a:rPr lang="en-US" baseline="0" dirty="0" smtClean="0"/>
              <a:t> of information that can be used in this slide</a:t>
            </a:r>
            <a:endParaRPr lang="en-US" dirty="0" smtClean="0"/>
          </a:p>
          <a:p>
            <a:pPr lvl="0" rtl="0">
              <a:spcBef>
                <a:spcPts val="0"/>
              </a:spcBef>
              <a:buNone/>
            </a:pPr>
            <a:endParaRPr lang="en-US" dirty="0" smtClean="0"/>
          </a:p>
        </p:txBody>
      </p:sp>
    </p:spTree>
    <p:extLst>
      <p:ext uri="{BB962C8B-B14F-4D97-AF65-F5344CB8AC3E}">
        <p14:creationId xmlns:p14="http://schemas.microsoft.com/office/powerpoint/2010/main" val="1989236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[Mandatory Slide]</a:t>
            </a:r>
          </a:p>
          <a:p>
            <a:pPr lvl="0" rtl="0">
              <a:spcBef>
                <a:spcPts val="0"/>
              </a:spcBef>
              <a:buNone/>
            </a:pPr>
            <a:r>
              <a:rPr lang="en-US" b="0" dirty="0" smtClean="0"/>
              <a:t>Here</a:t>
            </a:r>
            <a:r>
              <a:rPr lang="en-US" b="0" baseline="0" dirty="0" smtClean="0"/>
              <a:t> the name of the next video needs to be mentioned. The narration as you guessed it would be just letting the viewer know exactly where we are at and what we’d be taking over next! </a:t>
            </a:r>
            <a:r>
              <a:rPr lang="en-US" b="0" baseline="0" smtClean="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theme" Target="../theme/theme2.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a:r>
              <a:rPr lang="en" dirty="0"/>
              <a:t>ADTs for command-line options</a:t>
            </a:r>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The command line</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ADTs for combining command-line options</a:t>
            </a:r>
          </a:p>
          <a:p>
            <a:pPr marL="457200" lvl="0" indent="-355600" rtl="0">
              <a:spcBef>
                <a:spcPts val="0"/>
              </a:spcBef>
              <a:buClr>
                <a:srgbClr val="434343"/>
              </a:buClr>
              <a:buSzPct val="100000"/>
              <a:buChar char="●"/>
            </a:pPr>
            <a:r>
              <a:rPr lang="en-US" sz="2000" dirty="0" smtClean="0">
                <a:solidFill>
                  <a:srgbClr val="434343"/>
                </a:solidFill>
              </a:rPr>
              <a:t>Type classes and the applicative style for composing parsers</a:t>
            </a:r>
          </a:p>
          <a:p>
            <a:pPr marL="457200" lvl="0" indent="-355600" rtl="0">
              <a:spcBef>
                <a:spcPts val="0"/>
              </a:spcBef>
              <a:buClr>
                <a:srgbClr val="434343"/>
              </a:buClr>
              <a:buSzPct val="100000"/>
              <a:buChar char="●"/>
            </a:pPr>
            <a:r>
              <a:rPr lang="en-US" sz="2000" dirty="0" smtClean="0">
                <a:solidFill>
                  <a:srgbClr val="434343"/>
                </a:solidFill>
              </a:rPr>
              <a:t>Handling product and sum types</a:t>
            </a:r>
            <a:endParaRPr lang="en-US" sz="2000" dirty="0" smtClean="0">
              <a:solidFill>
                <a:srgbClr val="434343"/>
              </a:solidFill>
            </a:endParaRPr>
          </a:p>
        </p:txBody>
      </p:sp>
    </p:spTree>
    <p:extLst>
      <p:ext uri="{BB962C8B-B14F-4D97-AF65-F5344CB8AC3E}">
        <p14:creationId xmlns:p14="http://schemas.microsoft.com/office/powerpoint/2010/main" val="659172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a:t>Next Video</a:t>
            </a:r>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rtl="0">
              <a:spcBef>
                <a:spcPts val="0"/>
              </a:spcBef>
              <a:buNone/>
            </a:pPr>
            <a:r>
              <a:rPr lang="en-US" dirty="0" err="1" smtClean="0"/>
              <a:t>Subparsers</a:t>
            </a:r>
            <a:r>
              <a:rPr lang="en-US" dirty="0" smtClean="0"/>
              <a:t> and wrapping up</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TotalTime>
  <Words>117</Words>
  <Application>Microsoft Macintosh PowerPoint</Application>
  <PresentationFormat>On-screen Show (16:9)</PresentationFormat>
  <Paragraphs>13</Paragraphs>
  <Slides>3</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vt:i4>
      </vt:variant>
    </vt:vector>
  </HeadingPairs>
  <TitlesOfParts>
    <vt:vector size="9" baseType="lpstr">
      <vt:lpstr>Calibri</vt:lpstr>
      <vt:lpstr>Roboto</vt:lpstr>
      <vt:lpstr>Wingdings</vt:lpstr>
      <vt:lpstr>Arial</vt:lpstr>
      <vt:lpstr>Packt</vt:lpstr>
      <vt:lpstr>Packt</vt:lpstr>
      <vt:lpstr>ADTs for command-line options</vt:lpstr>
      <vt:lpstr>In this video, we’re going to take a look at…</vt:lpstr>
      <vt:lpstr>Next Video</vt:lpstr>
    </vt:vector>
  </TitlesOfParts>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17</cp:revision>
  <dcterms:modified xsi:type="dcterms:W3CDTF">2017-05-27T22:47:48Z</dcterms:modified>
</cp:coreProperties>
</file>