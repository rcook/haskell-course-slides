
<file path=[Content_Types].xml><?xml version="1.0" encoding="utf-8"?>
<Types xmlns="http://schemas.openxmlformats.org/package/2006/content-types">
  <Default Extension="xml" ContentType="application/xml"/>
  <Default Extension="png" ContentType="image/png"/>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 id="2147483691" r:id="rId2"/>
  </p:sldMasterIdLst>
  <p:notesMasterIdLst>
    <p:notesMasterId r:id="rId6"/>
  </p:notesMasterIdLst>
  <p:sldIdLst>
    <p:sldId id="258" r:id="rId3"/>
    <p:sldId id="281" r:id="rId4"/>
    <p:sldId id="269" r:id="rId5"/>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2220494-F72E-42EC-8C15-EB342598EB4E}">
  <a:tblStyle styleId="{62220494-F72E-42EC-8C15-EB342598EB4E}" styleName="Table_0">
    <a:wholeTbl>
      <a:tcStyle>
        <a:tcBdr>
          <a:left>
            <a:ln w="9525" cap="flat" cmpd="sng">
              <a:solidFill>
                <a:srgbClr val="9E9E9E"/>
              </a:solidFill>
              <a:prstDash val="solid"/>
              <a:round/>
              <a:headEnd type="none" w="med" len="med"/>
              <a:tailEnd type="none" w="med" len="med"/>
            </a:ln>
          </a:left>
          <a:right>
            <a:ln w="9525" cap="flat" cmpd="sng">
              <a:solidFill>
                <a:srgbClr val="9E9E9E"/>
              </a:solidFill>
              <a:prstDash val="solid"/>
              <a:round/>
              <a:headEnd type="none" w="med" len="med"/>
              <a:tailEnd type="none" w="med" len="med"/>
            </a:ln>
          </a:right>
          <a:top>
            <a:ln w="9525" cap="flat" cmpd="sng">
              <a:solidFill>
                <a:srgbClr val="9E9E9E"/>
              </a:solidFill>
              <a:prstDash val="solid"/>
              <a:round/>
              <a:headEnd type="none" w="med" len="med"/>
              <a:tailEnd type="none" w="med" len="med"/>
            </a:ln>
          </a:top>
          <a:bottom>
            <a:ln w="9525" cap="flat" cmpd="sng">
              <a:solidFill>
                <a:srgbClr val="9E9E9E"/>
              </a:solidFill>
              <a:prstDash val="solid"/>
              <a:round/>
              <a:headEnd type="none" w="med" len="med"/>
              <a:tailEnd type="none" w="med" len="med"/>
            </a:ln>
          </a:bottom>
          <a:insideH>
            <a:ln w="9525" cap="flat" cmpd="sng">
              <a:solidFill>
                <a:srgbClr val="9E9E9E"/>
              </a:solidFill>
              <a:prstDash val="solid"/>
              <a:round/>
              <a:headEnd type="none" w="med" len="med"/>
              <a:tailEnd type="none" w="med" len="med"/>
            </a:ln>
          </a:insideH>
          <a:insideV>
            <a:ln w="9525" cap="flat" cmpd="sng">
              <a:solidFill>
                <a:srgbClr val="9E9E9E"/>
              </a:solidFill>
              <a:prstDash val="solid"/>
              <a:round/>
              <a:headEnd type="none" w="med" len="med"/>
              <a:tailEnd type="none" w="med" len="med"/>
            </a:ln>
          </a:insideV>
        </a:tcBdr>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431"/>
    <p:restoredTop sz="77812" autoAdjust="0"/>
  </p:normalViewPr>
  <p:slideViewPr>
    <p:cSldViewPr>
      <p:cViewPr varScale="1">
        <p:scale>
          <a:sx n="82" d="100"/>
          <a:sy n="82" d="100"/>
        </p:scale>
        <p:origin x="1696" y="160"/>
      </p:cViewPr>
      <p:guideLst>
        <p:guide orient="horz" pos="162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 Type="http://schemas.openxmlformats.org/officeDocument/2006/relationships/slideMaster" Target="slideMasters/slideMaster1.xml"/><Relationship Id="rId2" Type="http://schemas.openxmlformats.org/officeDocument/2006/relationships/slideMaster" Target="slideMasters/slideMaster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Shape 3"/>
          <p:cNvSpPr>
            <a:spLocks noGrp="1" noRot="1" noChangeAspect="1"/>
          </p:cNvSpPr>
          <p:nvPr>
            <p:ph type="sldImg" idx="2"/>
          </p:nvPr>
        </p:nvSpPr>
        <p:spPr>
          <a:xfrm>
            <a:off x="381300" y="685800"/>
            <a:ext cx="609607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med" len="med"/>
            <a:tailEnd type="none" w="med" len="med"/>
          </a:ln>
        </p:spPr>
      </p:sp>
      <p:sp>
        <p:nvSpPr>
          <p:cNvPr id="4" name="Shape 4"/>
          <p:cNvSpPr txBox="1">
            <a:spLocks noGrp="1"/>
          </p:cNvSpPr>
          <p:nvPr>
            <p:ph type="body" idx="1"/>
          </p:nvPr>
        </p:nvSpPr>
        <p:spPr>
          <a:xfrm>
            <a:off x="685800" y="4343400"/>
            <a:ext cx="5486399" cy="4114800"/>
          </a:xfrm>
          <a:prstGeom prst="rect">
            <a:avLst/>
          </a:prstGeom>
          <a:noFill/>
          <a:ln>
            <a:noFill/>
          </a:ln>
        </p:spPr>
        <p:txBody>
          <a:bodyPr lIns="91425" tIns="91425" rIns="91425" bIns="91425" anchor="t" anchorCtr="0"/>
          <a:lstStyle>
            <a:lvl1pPr lvl="0">
              <a:spcBef>
                <a:spcPts val="0"/>
              </a:spcBef>
              <a:defRPr sz="1100"/>
            </a:lvl1pPr>
            <a:lvl2pPr lvl="1">
              <a:spcBef>
                <a:spcPts val="0"/>
              </a:spcBef>
              <a:defRPr sz="1100"/>
            </a:lvl2pPr>
            <a:lvl3pPr lvl="2">
              <a:spcBef>
                <a:spcPts val="0"/>
              </a:spcBef>
              <a:defRPr sz="1100"/>
            </a:lvl3pPr>
            <a:lvl4pPr lvl="3">
              <a:spcBef>
                <a:spcPts val="0"/>
              </a:spcBef>
              <a:defRPr sz="1100"/>
            </a:lvl4pPr>
            <a:lvl5pPr lvl="4">
              <a:spcBef>
                <a:spcPts val="0"/>
              </a:spcBef>
              <a:defRPr sz="1100"/>
            </a:lvl5pPr>
            <a:lvl6pPr lvl="5">
              <a:spcBef>
                <a:spcPts val="0"/>
              </a:spcBef>
              <a:defRPr sz="1100"/>
            </a:lvl6pPr>
            <a:lvl7pPr lvl="6">
              <a:spcBef>
                <a:spcPts val="0"/>
              </a:spcBef>
              <a:defRPr sz="1100"/>
            </a:lvl7pPr>
            <a:lvl8pPr lvl="7">
              <a:spcBef>
                <a:spcPts val="0"/>
              </a:spcBef>
              <a:defRPr sz="1100"/>
            </a:lvl8pPr>
            <a:lvl9pPr lvl="8">
              <a:spcBef>
                <a:spcPts val="0"/>
              </a:spcBef>
              <a:defRPr sz="1100"/>
            </a:lvl9pPr>
          </a:lstStyle>
          <a:p>
            <a:endParaRPr/>
          </a:p>
        </p:txBody>
      </p:sp>
    </p:spTree>
  </p:cSld>
  <p:clrMap bg1="lt1" tx1="dk1" bg2="dk2" tx2="lt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3"/>
        <p:cNvGrpSpPr/>
        <p:nvPr/>
      </p:nvGrpSpPr>
      <p:grpSpPr>
        <a:xfrm>
          <a:off x="0" y="0"/>
          <a:ext cx="0" cy="0"/>
          <a:chOff x="0" y="0"/>
          <a:chExt cx="0" cy="0"/>
        </a:xfrm>
      </p:grpSpPr>
      <p:sp>
        <p:nvSpPr>
          <p:cNvPr id="164" name="Shape 164"/>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165" name="Shape 165"/>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br>
              <a:rPr lang="en-US" dirty="0"/>
            </a:br>
            <a:r>
              <a:rPr lang="en-US" dirty="0"/>
              <a:t>This would be the introduction slide</a:t>
            </a:r>
            <a:r>
              <a:rPr lang="en-US" baseline="0" dirty="0"/>
              <a:t> of the topic that you are covering in this subsection.</a:t>
            </a:r>
          </a:p>
          <a:p>
            <a:pPr lvl="0" rtl="0">
              <a:spcBef>
                <a:spcPts val="0"/>
              </a:spcBef>
              <a:buNone/>
            </a:pPr>
            <a:r>
              <a:rPr lang="en-US" baseline="0" dirty="0"/>
              <a:t>When this slide plays, you could talk about the main aim that we’d be covering in this video.</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Shape 20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10" name="Shape 21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smtClean="0"/>
              <a:t>This slide, like mentioned above is for multiple pointers. The information above covers the types</a:t>
            </a:r>
            <a:r>
              <a:rPr lang="en-US" baseline="0" dirty="0" smtClean="0"/>
              <a:t> of information that can be used in this slide</a:t>
            </a:r>
            <a:endParaRPr lang="en-US" dirty="0" smtClean="0"/>
          </a:p>
          <a:p>
            <a:pPr lvl="0" rtl="0">
              <a:spcBef>
                <a:spcPts val="0"/>
              </a:spcBef>
              <a:buNone/>
            </a:pPr>
            <a:endParaRPr lang="en-US" dirty="0" smtClean="0"/>
          </a:p>
        </p:txBody>
      </p:sp>
    </p:spTree>
    <p:extLst>
      <p:ext uri="{BB962C8B-B14F-4D97-AF65-F5344CB8AC3E}">
        <p14:creationId xmlns:p14="http://schemas.microsoft.com/office/powerpoint/2010/main" val="148355350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Shape 269"/>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p:spPr>
      </p:sp>
      <p:sp>
        <p:nvSpPr>
          <p:cNvPr id="270" name="Shape 270"/>
          <p:cNvSpPr txBox="1">
            <a:spLocks noGrp="1"/>
          </p:cNvSpPr>
          <p:nvPr>
            <p:ph type="body" idx="1"/>
          </p:nvPr>
        </p:nvSpPr>
        <p:spPr>
          <a:xfrm>
            <a:off x="685800" y="4343400"/>
            <a:ext cx="5486400" cy="4114800"/>
          </a:xfrm>
          <a:prstGeom prst="rect">
            <a:avLst/>
          </a:prstGeom>
        </p:spPr>
        <p:txBody>
          <a:bodyPr lIns="91425" tIns="91425" rIns="91425" bIns="91425" anchor="t" anchorCtr="0">
            <a:noAutofit/>
          </a:bodyPr>
          <a:lstStyle/>
          <a:p>
            <a:pPr lvl="0" rtl="0">
              <a:spcBef>
                <a:spcPts val="0"/>
              </a:spcBef>
              <a:buNone/>
            </a:pPr>
            <a:r>
              <a:rPr lang="en-US" dirty="0"/>
              <a:t>[Mandatory Slide]</a:t>
            </a:r>
          </a:p>
          <a:p>
            <a:pPr lvl="0" rtl="0">
              <a:spcBef>
                <a:spcPts val="0"/>
              </a:spcBef>
              <a:buNone/>
            </a:pPr>
            <a:r>
              <a:rPr lang="en-US" b="0" dirty="0"/>
              <a:t>Here</a:t>
            </a:r>
            <a:r>
              <a:rPr lang="en-US" b="0" baseline="0" dirty="0"/>
              <a:t> the name of the next video needs to be mentioned. The narration as you guessed it would be just letting the viewer know exactly where we are at and what we’d be taking over next! </a:t>
            </a:r>
            <a:r>
              <a:rPr lang="en-US" b="0" baseline="0">
                <a:sym typeface="Wingdings" pitchFamily="2" charset="2"/>
              </a:rPr>
              <a:t></a:t>
            </a:r>
            <a:endParaRPr b="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image" Target="../media/image4.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Course Title">
    <p:spTree>
      <p:nvGrpSpPr>
        <p:cNvPr id="1" name="Shape 9"/>
        <p:cNvGrpSpPr/>
        <p:nvPr/>
      </p:nvGrpSpPr>
      <p:grpSpPr>
        <a:xfrm>
          <a:off x="0" y="0"/>
          <a:ext cx="0" cy="0"/>
          <a:chOff x="0" y="0"/>
          <a:chExt cx="0" cy="0"/>
        </a:xfrm>
      </p:grpSpPr>
      <p:sp>
        <p:nvSpPr>
          <p:cNvPr id="10" name="Shape 10"/>
          <p:cNvSpPr txBox="1">
            <a:spLocks noGrp="1"/>
          </p:cNvSpPr>
          <p:nvPr>
            <p:ph type="title"/>
          </p:nvPr>
        </p:nvSpPr>
        <p:spPr>
          <a:xfrm>
            <a:off x="390525" y="2803825"/>
            <a:ext cx="8222100" cy="573300"/>
          </a:xfrm>
          <a:prstGeom prst="rect">
            <a:avLst/>
          </a:prstGeom>
        </p:spPr>
        <p:txBody>
          <a:bodyPr lIns="91425" tIns="91425" rIns="91425" bIns="91425" anchor="b" anchorCtr="0"/>
          <a:lstStyle>
            <a:lvl1pPr lvl="0" rtl="0">
              <a:spcBef>
                <a:spcPts val="0"/>
              </a:spcBef>
              <a:buNone/>
              <a:defRPr sz="2600"/>
            </a:lvl1pPr>
            <a:lvl2pPr lvl="1" rtl="0">
              <a:spcBef>
                <a:spcPts val="0"/>
              </a:spcBef>
              <a:buNone/>
              <a:defRPr/>
            </a:lvl2pPr>
            <a:lvl3pPr lvl="2" rtl="0">
              <a:spcBef>
                <a:spcPts val="0"/>
              </a:spcBef>
              <a:buNone/>
              <a:defRPr/>
            </a:lvl3pPr>
            <a:lvl4pPr lvl="3" rtl="0">
              <a:spcBef>
                <a:spcPts val="0"/>
              </a:spcBef>
              <a:buNone/>
              <a:defRPr/>
            </a:lvl4pPr>
            <a:lvl5pPr lvl="4" rtl="0">
              <a:spcBef>
                <a:spcPts val="0"/>
              </a:spcBef>
              <a:buNone/>
              <a:defRPr/>
            </a:lvl5pPr>
            <a:lvl6pPr lvl="5" rtl="0">
              <a:spcBef>
                <a:spcPts val="0"/>
              </a:spcBef>
              <a:buNone/>
              <a:defRPr/>
            </a:lvl6pPr>
            <a:lvl7pPr lvl="6" rtl="0">
              <a:spcBef>
                <a:spcPts val="0"/>
              </a:spcBef>
              <a:buNone/>
              <a:defRPr/>
            </a:lvl7pPr>
            <a:lvl8pPr lvl="7" rtl="0">
              <a:spcBef>
                <a:spcPts val="0"/>
              </a:spcBef>
              <a:buNone/>
              <a:defRPr/>
            </a:lvl8pPr>
            <a:lvl9pPr lvl="8" rtl="0">
              <a:spcBef>
                <a:spcPts val="0"/>
              </a:spcBef>
              <a:buNone/>
              <a:defRPr/>
            </a:lvl9pPr>
          </a:lstStyle>
          <a:p>
            <a:endParaRPr/>
          </a:p>
        </p:txBody>
      </p:sp>
      <p:pic>
        <p:nvPicPr>
          <p:cNvPr id="11" name="Shape 11" descr="Packt-Logo-white.png"/>
          <p:cNvPicPr preferRelativeResize="0"/>
          <p:nvPr/>
        </p:nvPicPr>
        <p:blipFill>
          <a:blip r:embed="rId2">
            <a:alphaModFix/>
          </a:blip>
          <a:stretch>
            <a:fillRect/>
          </a:stretch>
        </p:blipFill>
        <p:spPr>
          <a:xfrm>
            <a:off x="112750" y="1477730"/>
            <a:ext cx="3382881" cy="1616669"/>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and Subsection Title">
    <p:spTree>
      <p:nvGrpSpPr>
        <p:cNvPr id="1" name="Shape 12"/>
        <p:cNvGrpSpPr/>
        <p:nvPr/>
      </p:nvGrpSpPr>
      <p:grpSpPr>
        <a:xfrm>
          <a:off x="0" y="0"/>
          <a:ext cx="0" cy="0"/>
          <a:chOff x="0" y="0"/>
          <a:chExt cx="0" cy="0"/>
        </a:xfrm>
      </p:grpSpPr>
      <p:sp>
        <p:nvSpPr>
          <p:cNvPr id="13" name="Shape 13"/>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14" name="Shape 14"/>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pic>
        <p:nvPicPr>
          <p:cNvPr id="15" name="Shape 1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cSld name="Standalone Introduction or Summary">
    <p:spTree>
      <p:nvGrpSpPr>
        <p:cNvPr id="1" name="Shape 16"/>
        <p:cNvGrpSpPr/>
        <p:nvPr/>
      </p:nvGrpSpPr>
      <p:grpSpPr>
        <a:xfrm>
          <a:off x="0" y="0"/>
          <a:ext cx="0" cy="0"/>
          <a:chOff x="0" y="0"/>
          <a:chExt cx="0" cy="0"/>
        </a:xfrm>
      </p:grpSpPr>
      <p:sp>
        <p:nvSpPr>
          <p:cNvPr id="17" name="Shape 17"/>
          <p:cNvSpPr txBox="1">
            <a:spLocks noGrp="1"/>
          </p:cNvSpPr>
          <p:nvPr>
            <p:ph type="title"/>
          </p:nvPr>
        </p:nvSpPr>
        <p:spPr>
          <a:xfrm>
            <a:off x="460950" y="2065350"/>
            <a:ext cx="8222100" cy="1012800"/>
          </a:xfrm>
          <a:prstGeom prst="rect">
            <a:avLst/>
          </a:prstGeom>
        </p:spPr>
        <p:txBody>
          <a:bodyPr lIns="91425" tIns="91425" rIns="91425" bIns="91425" anchor="ctr" anchorCtr="0"/>
          <a:lstStyle>
            <a:lvl1pPr lvl="0" rtl="0">
              <a:spcBef>
                <a:spcPts val="0"/>
              </a:spcBef>
              <a:buSzPct val="100000"/>
              <a:defRPr sz="4200"/>
            </a:lvl1pPr>
            <a:lvl2pPr lvl="1" rtl="0">
              <a:spcBef>
                <a:spcPts val="0"/>
              </a:spcBef>
              <a:buSzPct val="100000"/>
              <a:defRPr sz="4200"/>
            </a:lvl2pPr>
            <a:lvl3pPr lvl="2" rtl="0">
              <a:spcBef>
                <a:spcPts val="0"/>
              </a:spcBef>
              <a:buSzPct val="100000"/>
              <a:defRPr sz="4200"/>
            </a:lvl3pPr>
            <a:lvl4pPr lvl="3" rtl="0">
              <a:spcBef>
                <a:spcPts val="0"/>
              </a:spcBef>
              <a:buSzPct val="100000"/>
              <a:defRPr sz="4200"/>
            </a:lvl4pPr>
            <a:lvl5pPr lvl="4" rtl="0">
              <a:spcBef>
                <a:spcPts val="0"/>
              </a:spcBef>
              <a:buSzPct val="100000"/>
              <a:defRPr sz="4200"/>
            </a:lvl5pPr>
            <a:lvl6pPr lvl="5" rtl="0">
              <a:spcBef>
                <a:spcPts val="0"/>
              </a:spcBef>
              <a:buSzPct val="100000"/>
              <a:defRPr sz="4200"/>
            </a:lvl6pPr>
            <a:lvl7pPr lvl="6" rtl="0">
              <a:spcBef>
                <a:spcPts val="0"/>
              </a:spcBef>
              <a:buSzPct val="100000"/>
              <a:defRPr sz="4200"/>
            </a:lvl7pPr>
            <a:lvl8pPr lvl="7" rtl="0">
              <a:spcBef>
                <a:spcPts val="0"/>
              </a:spcBef>
              <a:buSzPct val="100000"/>
              <a:defRPr sz="4200"/>
            </a:lvl8pPr>
            <a:lvl9pPr lvl="8" rtl="0">
              <a:spcBef>
                <a:spcPts val="0"/>
              </a:spcBef>
              <a:buSzPct val="100000"/>
              <a:defRPr sz="4200"/>
            </a:lvl9pPr>
          </a:lstStyle>
          <a:p>
            <a:endParaRPr/>
          </a:p>
        </p:txBody>
      </p:sp>
      <p:pic>
        <p:nvPicPr>
          <p:cNvPr id="18" name="Shape 1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Title and Body">
    <p:spTree>
      <p:nvGrpSpPr>
        <p:cNvPr id="1" name="Shape 19"/>
        <p:cNvGrpSpPr/>
        <p:nvPr/>
      </p:nvGrpSpPr>
      <p:grpSpPr>
        <a:xfrm>
          <a:off x="0" y="0"/>
          <a:ext cx="0" cy="0"/>
          <a:chOff x="0" y="0"/>
          <a:chExt cx="0" cy="0"/>
        </a:xfrm>
      </p:grpSpPr>
      <p:sp>
        <p:nvSpPr>
          <p:cNvPr id="20" name="Shape 20"/>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1" name="Shape 21"/>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2" name="Shape 22"/>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3" name="Shape 23"/>
          <p:cNvSpPr txBox="1">
            <a:spLocks noGrp="1"/>
          </p:cNvSpPr>
          <p:nvPr>
            <p:ph type="body" idx="1"/>
          </p:nvPr>
        </p:nvSpPr>
        <p:spPr>
          <a:xfrm>
            <a:off x="471900" y="1919075"/>
            <a:ext cx="8222100" cy="2710200"/>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Font typeface="Calibri"/>
              <a:defRPr>
                <a:solidFill>
                  <a:srgbClr val="434343"/>
                </a:solidFill>
                <a:latin typeface="Calibri"/>
                <a:ea typeface="Calibri"/>
                <a:cs typeface="Calibri"/>
                <a:sym typeface="Calibri"/>
              </a:defRPr>
            </a:lvl8pPr>
            <a:lvl9pPr lvl="8" rtl="0">
              <a:spcBef>
                <a:spcPts val="0"/>
              </a:spcBef>
              <a:buClr>
                <a:srgbClr val="434343"/>
              </a:buClr>
              <a:buFont typeface="Calibri"/>
              <a:defRPr>
                <a:solidFill>
                  <a:srgbClr val="434343"/>
                </a:solidFill>
                <a:latin typeface="Calibri"/>
                <a:ea typeface="Calibri"/>
                <a:cs typeface="Calibri"/>
                <a:sym typeface="Calibri"/>
              </a:defRPr>
            </a:lvl9pPr>
          </a:lstStyle>
          <a:p>
            <a:endParaRPr/>
          </a:p>
        </p:txBody>
      </p:sp>
      <p:pic>
        <p:nvPicPr>
          <p:cNvPr id="24" name="Shape 24"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ColTx">
  <p:cSld name="Title and Two Columns">
    <p:spTree>
      <p:nvGrpSpPr>
        <p:cNvPr id="1" name="Shape 25"/>
        <p:cNvGrpSpPr/>
        <p:nvPr/>
      </p:nvGrpSpPr>
      <p:grpSpPr>
        <a:xfrm>
          <a:off x="0" y="0"/>
          <a:ext cx="0" cy="0"/>
          <a:chOff x="0" y="0"/>
          <a:chExt cx="0" cy="0"/>
        </a:xfrm>
      </p:grpSpPr>
      <p:sp>
        <p:nvSpPr>
          <p:cNvPr id="26" name="Shape 26"/>
          <p:cNvSpPr/>
          <p:nvPr/>
        </p:nvSpPr>
        <p:spPr>
          <a:xfrm rot="10800000" flipH="1">
            <a:off x="0" y="1686000"/>
            <a:ext cx="9144000" cy="3457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27" name="Shape 27"/>
          <p:cNvSpPr/>
          <p:nvPr/>
        </p:nvSpPr>
        <p:spPr>
          <a:xfrm>
            <a:off x="0" y="168600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28" name="Shape 28"/>
          <p:cNvSpPr txBox="1">
            <a:spLocks noGrp="1"/>
          </p:cNvSpPr>
          <p:nvPr>
            <p:ph type="title"/>
          </p:nvPr>
        </p:nvSpPr>
        <p:spPr>
          <a:xfrm>
            <a:off x="471900" y="738725"/>
            <a:ext cx="8222100" cy="767700"/>
          </a:xfrm>
          <a:prstGeom prst="rect">
            <a:avLst/>
          </a:prstGeom>
        </p:spPr>
        <p:txBody>
          <a:bodyPr lIns="91425" tIns="91425" rIns="91425" bIns="91425" anchor="b" anchorCtr="0"/>
          <a:lstStyle>
            <a:lvl1pPr lvl="0" rtl="0">
              <a:spcBef>
                <a:spcPts val="0"/>
              </a:spcBef>
              <a:defRPr/>
            </a:lvl1pPr>
            <a:lvl2pPr lvl="1" rtl="0">
              <a:spcBef>
                <a:spcPts val="0"/>
              </a:spcBef>
              <a:defRPr/>
            </a:lvl2pPr>
            <a:lvl3pPr lvl="2" rtl="0">
              <a:spcBef>
                <a:spcPts val="0"/>
              </a:spcBef>
              <a:defRPr/>
            </a:lvl3pPr>
            <a:lvl4pPr lvl="3" rtl="0">
              <a:spcBef>
                <a:spcPts val="0"/>
              </a:spcBef>
              <a:defRPr/>
            </a:lvl4pPr>
            <a:lvl5pPr lvl="4" rtl="0">
              <a:spcBef>
                <a:spcPts val="0"/>
              </a:spcBef>
              <a:defRPr/>
            </a:lvl5pPr>
            <a:lvl6pPr lvl="5" rtl="0">
              <a:spcBef>
                <a:spcPts val="0"/>
              </a:spcBef>
              <a:defRPr/>
            </a:lvl6pPr>
            <a:lvl7pPr lvl="6" rtl="0">
              <a:spcBef>
                <a:spcPts val="0"/>
              </a:spcBef>
              <a:defRPr/>
            </a:lvl7pPr>
            <a:lvl8pPr lvl="7" rtl="0">
              <a:spcBef>
                <a:spcPts val="0"/>
              </a:spcBef>
              <a:defRPr/>
            </a:lvl8pPr>
            <a:lvl9pPr lvl="8" rtl="0">
              <a:spcBef>
                <a:spcPts val="0"/>
              </a:spcBef>
              <a:defRPr/>
            </a:lvl9pPr>
          </a:lstStyle>
          <a:p>
            <a:endParaRPr/>
          </a:p>
        </p:txBody>
      </p:sp>
      <p:sp>
        <p:nvSpPr>
          <p:cNvPr id="29" name="Shape 29"/>
          <p:cNvSpPr txBox="1">
            <a:spLocks noGrp="1"/>
          </p:cNvSpPr>
          <p:nvPr>
            <p:ph type="body" idx="1"/>
          </p:nvPr>
        </p:nvSpPr>
        <p:spPr>
          <a:xfrm>
            <a:off x="47190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sp>
        <p:nvSpPr>
          <p:cNvPr id="30" name="Shape 30"/>
          <p:cNvSpPr txBox="1">
            <a:spLocks noGrp="1"/>
          </p:cNvSpPr>
          <p:nvPr>
            <p:ph type="body" idx="2"/>
          </p:nvPr>
        </p:nvSpPr>
        <p:spPr>
          <a:xfrm>
            <a:off x="4694250" y="1919075"/>
            <a:ext cx="3999900" cy="2710199"/>
          </a:xfrm>
          <a:prstGeom prst="rect">
            <a:avLst/>
          </a:prstGeom>
        </p:spPr>
        <p:txBody>
          <a:bodyPr lIns="91425" tIns="91425" rIns="91425" bIns="91425" anchor="t" anchorCtr="0"/>
          <a:lstStyle>
            <a:lvl1pPr lvl="0" rtl="0">
              <a:spcBef>
                <a:spcPts val="0"/>
              </a:spcBef>
              <a:buClr>
                <a:srgbClr val="434343"/>
              </a:buClr>
              <a:buSzPct val="100000"/>
              <a:buFont typeface="Calibri"/>
              <a:defRPr sz="2000">
                <a:solidFill>
                  <a:srgbClr val="434343"/>
                </a:solidFill>
                <a:latin typeface="Calibri"/>
                <a:ea typeface="Calibri"/>
                <a:cs typeface="Calibri"/>
                <a:sym typeface="Calibri"/>
              </a:defRPr>
            </a:lvl1pPr>
            <a:lvl2pPr lvl="1" rtl="0">
              <a:spcBef>
                <a:spcPts val="0"/>
              </a:spcBef>
              <a:buClr>
                <a:srgbClr val="434343"/>
              </a:buClr>
              <a:buSzPct val="100000"/>
              <a:buFont typeface="Calibri"/>
              <a:defRPr sz="1800">
                <a:solidFill>
                  <a:srgbClr val="434343"/>
                </a:solidFill>
                <a:latin typeface="Calibri"/>
                <a:ea typeface="Calibri"/>
                <a:cs typeface="Calibri"/>
                <a:sym typeface="Calibri"/>
              </a:defRPr>
            </a:lvl2pPr>
            <a:lvl3pPr lvl="2" rtl="0">
              <a:spcBef>
                <a:spcPts val="0"/>
              </a:spcBef>
              <a:buClr>
                <a:srgbClr val="434343"/>
              </a:buClr>
              <a:buSzPct val="100000"/>
              <a:buFont typeface="Calibri"/>
              <a:defRPr sz="1600">
                <a:solidFill>
                  <a:srgbClr val="434343"/>
                </a:solidFill>
                <a:latin typeface="Calibri"/>
                <a:ea typeface="Calibri"/>
                <a:cs typeface="Calibri"/>
                <a:sym typeface="Calibri"/>
              </a:defRPr>
            </a:lvl3pPr>
            <a:lvl4pPr lvl="3" rtl="0">
              <a:spcBef>
                <a:spcPts val="0"/>
              </a:spcBef>
              <a:buClr>
                <a:srgbClr val="434343"/>
              </a:buClr>
              <a:buFont typeface="Calibri"/>
              <a:defRPr>
                <a:solidFill>
                  <a:srgbClr val="434343"/>
                </a:solidFill>
                <a:latin typeface="Calibri"/>
                <a:ea typeface="Calibri"/>
                <a:cs typeface="Calibri"/>
                <a:sym typeface="Calibri"/>
              </a:defRPr>
            </a:lvl4pPr>
            <a:lvl5pPr lvl="4" rtl="0">
              <a:spcBef>
                <a:spcPts val="0"/>
              </a:spcBef>
              <a:buClr>
                <a:srgbClr val="434343"/>
              </a:buClr>
              <a:buFont typeface="Calibri"/>
              <a:defRPr>
                <a:solidFill>
                  <a:srgbClr val="434343"/>
                </a:solidFill>
                <a:latin typeface="Calibri"/>
                <a:ea typeface="Calibri"/>
                <a:cs typeface="Calibri"/>
                <a:sym typeface="Calibri"/>
              </a:defRPr>
            </a:lvl5pPr>
            <a:lvl6pPr lvl="5" rtl="0">
              <a:spcBef>
                <a:spcPts val="0"/>
              </a:spcBef>
              <a:buClr>
                <a:srgbClr val="434343"/>
              </a:buClr>
              <a:buFont typeface="Calibri"/>
              <a:defRPr>
                <a:solidFill>
                  <a:srgbClr val="434343"/>
                </a:solidFill>
                <a:latin typeface="Calibri"/>
                <a:ea typeface="Calibri"/>
                <a:cs typeface="Calibri"/>
                <a:sym typeface="Calibri"/>
              </a:defRPr>
            </a:lvl6pPr>
            <a:lvl7pPr lvl="6" rtl="0">
              <a:spcBef>
                <a:spcPts val="0"/>
              </a:spcBef>
              <a:buClr>
                <a:srgbClr val="434343"/>
              </a:buClr>
              <a:buFont typeface="Calibri"/>
              <a:defRPr>
                <a:solidFill>
                  <a:srgbClr val="434343"/>
                </a:solidFill>
                <a:latin typeface="Calibri"/>
                <a:ea typeface="Calibri"/>
                <a:cs typeface="Calibri"/>
                <a:sym typeface="Calibri"/>
              </a:defRPr>
            </a:lvl7pPr>
            <a:lvl8pPr lvl="7" rtl="0">
              <a:spcBef>
                <a:spcPts val="0"/>
              </a:spcBef>
              <a:buClr>
                <a:srgbClr val="434343"/>
              </a:buClr>
              <a:buSzPct val="100000"/>
              <a:buFont typeface="Calibri"/>
              <a:defRPr sz="1200">
                <a:solidFill>
                  <a:srgbClr val="434343"/>
                </a:solidFill>
                <a:latin typeface="Calibri"/>
                <a:ea typeface="Calibri"/>
                <a:cs typeface="Calibri"/>
                <a:sym typeface="Calibri"/>
              </a:defRPr>
            </a:lvl8pPr>
            <a:lvl9pPr lvl="8" rtl="0">
              <a:spcBef>
                <a:spcPts val="0"/>
              </a:spcBef>
              <a:buClr>
                <a:srgbClr val="434343"/>
              </a:buClr>
              <a:buSzPct val="100000"/>
              <a:buFont typeface="Calibri"/>
              <a:defRPr sz="1200">
                <a:solidFill>
                  <a:srgbClr val="434343"/>
                </a:solidFill>
                <a:latin typeface="Calibri"/>
                <a:ea typeface="Calibri"/>
                <a:cs typeface="Calibri"/>
                <a:sym typeface="Calibri"/>
              </a:defRPr>
            </a:lvl9pPr>
          </a:lstStyle>
          <a:p>
            <a:endParaRPr/>
          </a:p>
        </p:txBody>
      </p:sp>
      <p:pic>
        <p:nvPicPr>
          <p:cNvPr id="31" name="Shape 31"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32"/>
        <p:cNvGrpSpPr/>
        <p:nvPr/>
      </p:nvGrpSpPr>
      <p:grpSpPr>
        <a:xfrm>
          <a:off x="0" y="0"/>
          <a:ext cx="0" cy="0"/>
          <a:chOff x="0" y="0"/>
          <a:chExt cx="0" cy="0"/>
        </a:xfrm>
      </p:grpSpPr>
      <p:sp>
        <p:nvSpPr>
          <p:cNvPr id="33" name="Shape 33"/>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4" name="Shape 34"/>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35" name="Shape 35"/>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pic>
        <p:nvPicPr>
          <p:cNvPr id="36" name="Shape 36"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cSld name="One Column Text">
    <p:spTree>
      <p:nvGrpSpPr>
        <p:cNvPr id="1" name="Shape 37"/>
        <p:cNvGrpSpPr/>
        <p:nvPr/>
      </p:nvGrpSpPr>
      <p:grpSpPr>
        <a:xfrm>
          <a:off x="0" y="0"/>
          <a:ext cx="0" cy="0"/>
          <a:chOff x="0" y="0"/>
          <a:chExt cx="0" cy="0"/>
        </a:xfrm>
      </p:grpSpPr>
      <p:sp>
        <p:nvSpPr>
          <p:cNvPr id="38" name="Shape 38"/>
          <p:cNvSpPr txBox="1"/>
          <p:nvPr/>
        </p:nvSpPr>
        <p:spPr>
          <a:xfrm rot="10800000" flipH="1">
            <a:off x="3276600" y="25"/>
            <a:ext cx="58674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39" name="Shape 39"/>
          <p:cNvSpPr/>
          <p:nvPr/>
        </p:nvSpPr>
        <p:spPr>
          <a:xfrm rot="-5400000">
            <a:off x="759150" y="2517450"/>
            <a:ext cx="51435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0" name="Shape 40"/>
          <p:cNvSpPr txBox="1">
            <a:spLocks noGrp="1"/>
          </p:cNvSpPr>
          <p:nvPr>
            <p:ph type="title"/>
          </p:nvPr>
        </p:nvSpPr>
        <p:spPr>
          <a:xfrm>
            <a:off x="226077" y="357800"/>
            <a:ext cx="2808000" cy="953400"/>
          </a:xfrm>
          <a:prstGeom prst="rect">
            <a:avLst/>
          </a:prstGeom>
        </p:spPr>
        <p:txBody>
          <a:bodyPr lIns="91425" tIns="91425" rIns="91425" bIns="91425" anchor="b" anchorCtr="0"/>
          <a:lstStyle>
            <a:lvl1pPr lvl="0" rtl="0">
              <a:spcBef>
                <a:spcPts val="0"/>
              </a:spcBef>
              <a:buSzPct val="100000"/>
              <a:defRPr sz="2400"/>
            </a:lvl1pPr>
            <a:lvl2pPr lvl="1" rtl="0">
              <a:spcBef>
                <a:spcPts val="0"/>
              </a:spcBef>
              <a:buSzPct val="100000"/>
              <a:defRPr sz="2400"/>
            </a:lvl2pPr>
            <a:lvl3pPr lvl="2" rtl="0">
              <a:spcBef>
                <a:spcPts val="0"/>
              </a:spcBef>
              <a:buSzPct val="100000"/>
              <a:defRPr sz="2400"/>
            </a:lvl3pPr>
            <a:lvl4pPr lvl="3" rtl="0">
              <a:spcBef>
                <a:spcPts val="0"/>
              </a:spcBef>
              <a:buSzPct val="100000"/>
              <a:defRPr sz="2400"/>
            </a:lvl4pPr>
            <a:lvl5pPr lvl="4" rtl="0">
              <a:spcBef>
                <a:spcPts val="0"/>
              </a:spcBef>
              <a:buSzPct val="100000"/>
              <a:defRPr sz="2400"/>
            </a:lvl5pPr>
            <a:lvl6pPr lvl="5" rtl="0">
              <a:spcBef>
                <a:spcPts val="0"/>
              </a:spcBef>
              <a:buSzPct val="100000"/>
              <a:defRPr sz="2400"/>
            </a:lvl6pPr>
            <a:lvl7pPr lvl="6" rtl="0">
              <a:spcBef>
                <a:spcPts val="0"/>
              </a:spcBef>
              <a:buSzPct val="100000"/>
              <a:defRPr sz="2400"/>
            </a:lvl7pPr>
            <a:lvl8pPr lvl="7" rtl="0">
              <a:spcBef>
                <a:spcPts val="0"/>
              </a:spcBef>
              <a:buSzPct val="100000"/>
              <a:defRPr sz="2400"/>
            </a:lvl8pPr>
            <a:lvl9pPr lvl="8" rtl="0">
              <a:spcBef>
                <a:spcPts val="0"/>
              </a:spcBef>
              <a:buSzPct val="100000"/>
              <a:defRPr sz="2400"/>
            </a:lvl9pPr>
          </a:lstStyle>
          <a:p>
            <a:endParaRPr/>
          </a:p>
        </p:txBody>
      </p:sp>
      <p:sp>
        <p:nvSpPr>
          <p:cNvPr id="41" name="Shape 41"/>
          <p:cNvSpPr txBox="1">
            <a:spLocks noGrp="1"/>
          </p:cNvSpPr>
          <p:nvPr>
            <p:ph type="body" idx="1"/>
          </p:nvPr>
        </p:nvSpPr>
        <p:spPr>
          <a:xfrm>
            <a:off x="226075" y="1465800"/>
            <a:ext cx="2808000" cy="3163500"/>
          </a:xfrm>
          <a:prstGeom prst="rect">
            <a:avLst/>
          </a:prstGeom>
        </p:spPr>
        <p:txBody>
          <a:bodyPr lIns="91425" tIns="91425" rIns="91425" bIns="91425" anchor="t" anchorCtr="0"/>
          <a:lstStyle>
            <a:lvl1pPr lvl="0" rtl="0">
              <a:spcBef>
                <a:spcPts val="0"/>
              </a:spcBef>
              <a:buClr>
                <a:schemeClr val="lt1"/>
              </a:buClr>
              <a:buFont typeface="Calibri"/>
              <a:defRPr>
                <a:solidFill>
                  <a:schemeClr val="lt1"/>
                </a:solidFill>
                <a:latin typeface="Calibri"/>
                <a:ea typeface="Calibri"/>
                <a:cs typeface="Calibri"/>
                <a:sym typeface="Calibri"/>
              </a:defRPr>
            </a:lvl1pPr>
            <a:lvl2pPr lvl="1" rtl="0">
              <a:spcBef>
                <a:spcPts val="0"/>
              </a:spcBef>
              <a:buClr>
                <a:schemeClr val="lt1"/>
              </a:buClr>
              <a:buSzPct val="100000"/>
              <a:buFont typeface="Calibri"/>
              <a:defRPr sz="1600">
                <a:solidFill>
                  <a:schemeClr val="lt1"/>
                </a:solidFill>
                <a:latin typeface="Calibri"/>
                <a:ea typeface="Calibri"/>
                <a:cs typeface="Calibri"/>
                <a:sym typeface="Calibri"/>
              </a:defRPr>
            </a:lvl2pPr>
            <a:lvl3pPr lvl="2" rtl="0">
              <a:spcBef>
                <a:spcPts val="0"/>
              </a:spcBef>
              <a:buClr>
                <a:schemeClr val="lt1"/>
              </a:buClr>
              <a:buFont typeface="Calibri"/>
              <a:defRPr>
                <a:solidFill>
                  <a:schemeClr val="lt1"/>
                </a:solidFill>
                <a:latin typeface="Calibri"/>
                <a:ea typeface="Calibri"/>
                <a:cs typeface="Calibri"/>
                <a:sym typeface="Calibri"/>
              </a:defRPr>
            </a:lvl3pPr>
            <a:lvl4pPr lvl="3" rtl="0">
              <a:spcBef>
                <a:spcPts val="0"/>
              </a:spcBef>
              <a:buClr>
                <a:schemeClr val="lt1"/>
              </a:buClr>
              <a:buSzPct val="100000"/>
              <a:buFont typeface="Calibri"/>
              <a:defRPr sz="1200">
                <a:solidFill>
                  <a:schemeClr val="lt1"/>
                </a:solidFill>
                <a:latin typeface="Calibri"/>
                <a:ea typeface="Calibri"/>
                <a:cs typeface="Calibri"/>
                <a:sym typeface="Calibri"/>
              </a:defRPr>
            </a:lvl4pPr>
            <a:lvl5pPr lvl="4" rtl="0">
              <a:spcBef>
                <a:spcPts val="0"/>
              </a:spcBef>
              <a:buClr>
                <a:schemeClr val="lt1"/>
              </a:buClr>
              <a:buSzPct val="100000"/>
              <a:buFont typeface="Calibri"/>
              <a:defRPr sz="1200">
                <a:solidFill>
                  <a:schemeClr val="lt1"/>
                </a:solidFill>
                <a:latin typeface="Calibri"/>
                <a:ea typeface="Calibri"/>
                <a:cs typeface="Calibri"/>
                <a:sym typeface="Calibri"/>
              </a:defRPr>
            </a:lvl5pPr>
            <a:lvl6pPr lvl="5" rtl="0">
              <a:spcBef>
                <a:spcPts val="0"/>
              </a:spcBef>
              <a:buClr>
                <a:schemeClr val="lt1"/>
              </a:buClr>
              <a:buSzPct val="100000"/>
              <a:buFont typeface="Calibri"/>
              <a:defRPr sz="1200">
                <a:solidFill>
                  <a:schemeClr val="lt1"/>
                </a:solidFill>
                <a:latin typeface="Calibri"/>
                <a:ea typeface="Calibri"/>
                <a:cs typeface="Calibri"/>
                <a:sym typeface="Calibri"/>
              </a:defRPr>
            </a:lvl6pPr>
            <a:lvl7pPr lvl="6" rtl="0">
              <a:spcBef>
                <a:spcPts val="0"/>
              </a:spcBef>
              <a:buClr>
                <a:schemeClr val="lt1"/>
              </a:buClr>
              <a:buSzPct val="100000"/>
              <a:buFont typeface="Calibri"/>
              <a:defRPr sz="1200">
                <a:solidFill>
                  <a:schemeClr val="lt1"/>
                </a:solidFill>
                <a:latin typeface="Calibri"/>
                <a:ea typeface="Calibri"/>
                <a:cs typeface="Calibri"/>
                <a:sym typeface="Calibri"/>
              </a:defRPr>
            </a:lvl7pPr>
            <a:lvl8pPr lvl="7" rtl="0">
              <a:spcBef>
                <a:spcPts val="0"/>
              </a:spcBef>
              <a:buClr>
                <a:schemeClr val="lt1"/>
              </a:buClr>
              <a:buSzPct val="100000"/>
              <a:buFont typeface="Calibri"/>
              <a:defRPr sz="1200">
                <a:solidFill>
                  <a:schemeClr val="lt1"/>
                </a:solidFill>
                <a:latin typeface="Calibri"/>
                <a:ea typeface="Calibri"/>
                <a:cs typeface="Calibri"/>
                <a:sym typeface="Calibri"/>
              </a:defRPr>
            </a:lvl8pPr>
            <a:lvl9pPr lvl="8" rtl="0">
              <a:spcBef>
                <a:spcPts val="0"/>
              </a:spcBef>
              <a:buClr>
                <a:schemeClr val="lt1"/>
              </a:buClr>
              <a:buSzPct val="100000"/>
              <a:buFont typeface="Calibri"/>
              <a:defRPr sz="1200">
                <a:solidFill>
                  <a:schemeClr val="lt1"/>
                </a:solidFill>
                <a:latin typeface="Calibri"/>
                <a:ea typeface="Calibri"/>
                <a:cs typeface="Calibri"/>
                <a:sym typeface="Calibri"/>
              </a:defRPr>
            </a:lvl9pPr>
          </a:lstStyle>
          <a:p>
            <a:endParaRPr/>
          </a:p>
        </p:txBody>
      </p:sp>
      <p:pic>
        <p:nvPicPr>
          <p:cNvPr id="42" name="Shape 42" descr="icon-beacon.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cSld name="Main Point">
    <p:spTree>
      <p:nvGrpSpPr>
        <p:cNvPr id="1" name="Shape 43"/>
        <p:cNvGrpSpPr/>
        <p:nvPr/>
      </p:nvGrpSpPr>
      <p:grpSpPr>
        <a:xfrm>
          <a:off x="0" y="0"/>
          <a:ext cx="0" cy="0"/>
          <a:chOff x="0" y="0"/>
          <a:chExt cx="0" cy="0"/>
        </a:xfrm>
      </p:grpSpPr>
      <p:sp>
        <p:nvSpPr>
          <p:cNvPr id="44" name="Shape 44"/>
          <p:cNvSpPr txBox="1">
            <a:spLocks noGrp="1"/>
          </p:cNvSpPr>
          <p:nvPr>
            <p:ph type="title"/>
          </p:nvPr>
        </p:nvSpPr>
        <p:spPr>
          <a:xfrm>
            <a:off x="490250" y="488250"/>
            <a:ext cx="8034000" cy="4090800"/>
          </a:xfrm>
          <a:prstGeom prst="rect">
            <a:avLst/>
          </a:prstGeom>
        </p:spPr>
        <p:txBody>
          <a:bodyPr lIns="91425" tIns="91425" rIns="91425" bIns="91425" anchor="ctr" anchorCtr="0"/>
          <a:lstStyle>
            <a:lvl1pPr lvl="0" rtl="0">
              <a:spcBef>
                <a:spcPts val="0"/>
              </a:spcBef>
              <a:buSzPct val="100000"/>
              <a:defRPr sz="6000"/>
            </a:lvl1pPr>
            <a:lvl2pPr lvl="1" rtl="0">
              <a:spcBef>
                <a:spcPts val="0"/>
              </a:spcBef>
              <a:buSzPct val="100000"/>
              <a:defRPr sz="6000"/>
            </a:lvl2pPr>
            <a:lvl3pPr lvl="2" rtl="0">
              <a:spcBef>
                <a:spcPts val="0"/>
              </a:spcBef>
              <a:buSzPct val="100000"/>
              <a:defRPr sz="6000"/>
            </a:lvl3pPr>
            <a:lvl4pPr lvl="3" rtl="0">
              <a:spcBef>
                <a:spcPts val="0"/>
              </a:spcBef>
              <a:buSzPct val="100000"/>
              <a:defRPr sz="6000"/>
            </a:lvl4pPr>
            <a:lvl5pPr lvl="4" rtl="0">
              <a:spcBef>
                <a:spcPts val="0"/>
              </a:spcBef>
              <a:buSzPct val="100000"/>
              <a:defRPr sz="6000"/>
            </a:lvl5pPr>
            <a:lvl6pPr lvl="5" rtl="0">
              <a:spcBef>
                <a:spcPts val="0"/>
              </a:spcBef>
              <a:buSzPct val="100000"/>
              <a:defRPr sz="6000"/>
            </a:lvl6pPr>
            <a:lvl7pPr lvl="6" rtl="0">
              <a:spcBef>
                <a:spcPts val="0"/>
              </a:spcBef>
              <a:buSzPct val="100000"/>
              <a:defRPr sz="6000"/>
            </a:lvl7pPr>
            <a:lvl8pPr lvl="7" rtl="0">
              <a:spcBef>
                <a:spcPts val="0"/>
              </a:spcBef>
              <a:buSzPct val="100000"/>
              <a:defRPr sz="6000"/>
            </a:lvl8pPr>
            <a:lvl9pPr lvl="8" rtl="0">
              <a:spcBef>
                <a:spcPts val="0"/>
              </a:spcBef>
              <a:buSzPct val="100000"/>
              <a:defRPr sz="6000"/>
            </a:lvl9pPr>
          </a:lstStyle>
          <a:p>
            <a:endParaRPr/>
          </a:p>
        </p:txBody>
      </p:sp>
      <p:pic>
        <p:nvPicPr>
          <p:cNvPr id="45" name="Shape 45"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Split Summary">
    <p:spTree>
      <p:nvGrpSpPr>
        <p:cNvPr id="1" name="Shape 46"/>
        <p:cNvGrpSpPr/>
        <p:nvPr/>
      </p:nvGrpSpPr>
      <p:grpSpPr>
        <a:xfrm>
          <a:off x="0" y="0"/>
          <a:ext cx="0" cy="0"/>
          <a:chOff x="0" y="0"/>
          <a:chExt cx="0" cy="0"/>
        </a:xfrm>
      </p:grpSpPr>
      <p:sp>
        <p:nvSpPr>
          <p:cNvPr id="47" name="Shape 47"/>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48" name="Shape 48"/>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49" name="Shape 49"/>
          <p:cNvSpPr txBox="1">
            <a:spLocks noGrp="1"/>
          </p:cNvSpPr>
          <p:nvPr>
            <p:ph type="title"/>
          </p:nvPr>
        </p:nvSpPr>
        <p:spPr>
          <a:xfrm>
            <a:off x="265500" y="1233175"/>
            <a:ext cx="4045200" cy="1482300"/>
          </a:xfrm>
          <a:prstGeom prst="rect">
            <a:avLst/>
          </a:prstGeom>
        </p:spPr>
        <p:txBody>
          <a:bodyPr lIns="91425" tIns="91425" rIns="91425" bIns="91425" anchor="b" anchorCtr="0"/>
          <a:lstStyle>
            <a:lvl1pPr lvl="0" algn="ctr" rtl="0">
              <a:spcBef>
                <a:spcPts val="0"/>
              </a:spcBef>
              <a:buClr>
                <a:srgbClr val="434343"/>
              </a:buClr>
              <a:buSzPct val="100000"/>
              <a:defRPr sz="4200">
                <a:solidFill>
                  <a:srgbClr val="434343"/>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0" name="Shape 50"/>
          <p:cNvSpPr txBox="1">
            <a:spLocks noGrp="1"/>
          </p:cNvSpPr>
          <p:nvPr>
            <p:ph type="subTitle" idx="1"/>
          </p:nvPr>
        </p:nvSpPr>
        <p:spPr>
          <a:xfrm>
            <a:off x="265500" y="2779466"/>
            <a:ext cx="4045200" cy="1235099"/>
          </a:xfrm>
          <a:prstGeom prst="rect">
            <a:avLst/>
          </a:prstGeom>
        </p:spPr>
        <p:txBody>
          <a:bodyPr lIns="91425" tIns="91425" rIns="91425" bIns="91425" anchor="t" anchorCtr="0"/>
          <a:lstStyle>
            <a:lvl1pPr lvl="0" algn="ctr" rtl="0">
              <a:lnSpc>
                <a:spcPct val="100000"/>
              </a:lnSpc>
              <a:spcBef>
                <a:spcPts val="0"/>
              </a:spcBef>
              <a:spcAft>
                <a:spcPts val="0"/>
              </a:spcAft>
              <a:buSzPct val="100000"/>
              <a:buFont typeface="Calibri"/>
              <a:buNone/>
              <a:defRPr sz="2100">
                <a:latin typeface="Calibri"/>
                <a:ea typeface="Calibri"/>
                <a:cs typeface="Calibri"/>
                <a:sym typeface="Calibri"/>
              </a:defRPr>
            </a:lvl1pPr>
            <a:lvl2pPr lvl="1" algn="ctr" rtl="0">
              <a:lnSpc>
                <a:spcPct val="100000"/>
              </a:lnSpc>
              <a:spcBef>
                <a:spcPts val="0"/>
              </a:spcBef>
              <a:spcAft>
                <a:spcPts val="0"/>
              </a:spcAft>
              <a:buSzPct val="100000"/>
              <a:buNone/>
              <a:defRPr sz="2100"/>
            </a:lvl2pPr>
            <a:lvl3pPr lvl="2" algn="ctr" rtl="0">
              <a:lnSpc>
                <a:spcPct val="100000"/>
              </a:lnSpc>
              <a:spcBef>
                <a:spcPts val="0"/>
              </a:spcBef>
              <a:spcAft>
                <a:spcPts val="0"/>
              </a:spcAft>
              <a:buSzPct val="100000"/>
              <a:buNone/>
              <a:defRPr sz="2100"/>
            </a:lvl3pPr>
            <a:lvl4pPr lvl="3" algn="ctr" rtl="0">
              <a:lnSpc>
                <a:spcPct val="100000"/>
              </a:lnSpc>
              <a:spcBef>
                <a:spcPts val="0"/>
              </a:spcBef>
              <a:spcAft>
                <a:spcPts val="0"/>
              </a:spcAft>
              <a:buSzPct val="100000"/>
              <a:buNone/>
              <a:defRPr sz="2100"/>
            </a:lvl4pPr>
            <a:lvl5pPr lvl="4" algn="ctr" rtl="0">
              <a:lnSpc>
                <a:spcPct val="100000"/>
              </a:lnSpc>
              <a:spcBef>
                <a:spcPts val="0"/>
              </a:spcBef>
              <a:spcAft>
                <a:spcPts val="0"/>
              </a:spcAft>
              <a:buSzPct val="100000"/>
              <a:buNone/>
              <a:defRPr sz="2100"/>
            </a:lvl5pPr>
            <a:lvl6pPr lvl="5" algn="ctr" rtl="0">
              <a:lnSpc>
                <a:spcPct val="100000"/>
              </a:lnSpc>
              <a:spcBef>
                <a:spcPts val="0"/>
              </a:spcBef>
              <a:spcAft>
                <a:spcPts val="0"/>
              </a:spcAft>
              <a:buSzPct val="100000"/>
              <a:buNone/>
              <a:defRPr sz="2100"/>
            </a:lvl6pPr>
            <a:lvl7pPr lvl="6" algn="ctr" rtl="0">
              <a:lnSpc>
                <a:spcPct val="100000"/>
              </a:lnSpc>
              <a:spcBef>
                <a:spcPts val="0"/>
              </a:spcBef>
              <a:spcAft>
                <a:spcPts val="0"/>
              </a:spcAft>
              <a:buSzPct val="100000"/>
              <a:buNone/>
              <a:defRPr sz="2100"/>
            </a:lvl7pPr>
            <a:lvl8pPr lvl="7" algn="ctr" rtl="0">
              <a:lnSpc>
                <a:spcPct val="100000"/>
              </a:lnSpc>
              <a:spcBef>
                <a:spcPts val="0"/>
              </a:spcBef>
              <a:spcAft>
                <a:spcPts val="0"/>
              </a:spcAft>
              <a:buSzPct val="100000"/>
              <a:buNone/>
              <a:defRPr sz="2100"/>
            </a:lvl8pPr>
            <a:lvl9pPr lvl="8" algn="ctr" rtl="0">
              <a:lnSpc>
                <a:spcPct val="100000"/>
              </a:lnSpc>
              <a:spcBef>
                <a:spcPts val="0"/>
              </a:spcBef>
              <a:spcAft>
                <a:spcPts val="0"/>
              </a:spcAft>
              <a:buSzPct val="100000"/>
              <a:buNone/>
              <a:defRPr sz="2100"/>
            </a:lvl9pPr>
          </a:lstStyle>
          <a:p>
            <a:endParaRPr/>
          </a:p>
        </p:txBody>
      </p:sp>
      <p:sp>
        <p:nvSpPr>
          <p:cNvPr id="51" name="Shape 51"/>
          <p:cNvSpPr txBox="1">
            <a:spLocks noGrp="1"/>
          </p:cNvSpPr>
          <p:nvPr>
            <p:ph type="body" idx="2"/>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2" name="Shape 5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Author Profile">
    <p:spTree>
      <p:nvGrpSpPr>
        <p:cNvPr id="1" name="Shape 53"/>
        <p:cNvGrpSpPr/>
        <p:nvPr/>
      </p:nvGrpSpPr>
      <p:grpSpPr>
        <a:xfrm>
          <a:off x="0" y="0"/>
          <a:ext cx="0" cy="0"/>
          <a:chOff x="0" y="0"/>
          <a:chExt cx="0" cy="0"/>
        </a:xfrm>
      </p:grpSpPr>
      <p:sp>
        <p:nvSpPr>
          <p:cNvPr id="54" name="Shape 54"/>
          <p:cNvSpPr/>
          <p:nvPr/>
        </p:nvSpPr>
        <p:spPr>
          <a:xfrm flipH="1">
            <a:off x="0" y="0"/>
            <a:ext cx="4572000" cy="51435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55" name="Shape 55"/>
          <p:cNvSpPr/>
          <p:nvPr/>
        </p:nvSpPr>
        <p:spPr>
          <a:xfrm rot="5400000">
            <a:off x="1946425" y="2517750"/>
            <a:ext cx="51429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56" name="Shape 56"/>
          <p:cNvSpPr txBox="1">
            <a:spLocks noGrp="1"/>
          </p:cNvSpPr>
          <p:nvPr>
            <p:ph type="title"/>
          </p:nvPr>
        </p:nvSpPr>
        <p:spPr>
          <a:xfrm>
            <a:off x="265500" y="3387625"/>
            <a:ext cx="4045200" cy="1482300"/>
          </a:xfrm>
          <a:prstGeom prst="rect">
            <a:avLst/>
          </a:prstGeom>
        </p:spPr>
        <p:txBody>
          <a:bodyPr lIns="91425" tIns="91425" rIns="91425" bIns="91425" anchor="t" anchorCtr="0"/>
          <a:lstStyle>
            <a:lvl1pPr lvl="0" algn="ctr" rtl="0">
              <a:spcBef>
                <a:spcPts val="0"/>
              </a:spcBef>
              <a:buClr>
                <a:srgbClr val="4285F4"/>
              </a:buClr>
              <a:buSzPct val="100000"/>
              <a:defRPr sz="2400">
                <a:solidFill>
                  <a:srgbClr val="4285F4"/>
                </a:solidFill>
              </a:defRPr>
            </a:lvl1pPr>
            <a:lvl2pPr lvl="1" algn="ctr" rtl="0">
              <a:spcBef>
                <a:spcPts val="0"/>
              </a:spcBef>
              <a:buClr>
                <a:schemeClr val="dk2"/>
              </a:buClr>
              <a:buSzPct val="100000"/>
              <a:defRPr sz="4200">
                <a:solidFill>
                  <a:schemeClr val="dk2"/>
                </a:solidFill>
              </a:defRPr>
            </a:lvl2pPr>
            <a:lvl3pPr lvl="2" algn="ctr" rtl="0">
              <a:spcBef>
                <a:spcPts val="0"/>
              </a:spcBef>
              <a:buClr>
                <a:schemeClr val="dk2"/>
              </a:buClr>
              <a:buSzPct val="100000"/>
              <a:defRPr sz="4200">
                <a:solidFill>
                  <a:schemeClr val="dk2"/>
                </a:solidFill>
              </a:defRPr>
            </a:lvl3pPr>
            <a:lvl4pPr lvl="3" algn="ctr" rtl="0">
              <a:spcBef>
                <a:spcPts val="0"/>
              </a:spcBef>
              <a:buClr>
                <a:schemeClr val="dk2"/>
              </a:buClr>
              <a:buSzPct val="100000"/>
              <a:defRPr sz="4200">
                <a:solidFill>
                  <a:schemeClr val="dk2"/>
                </a:solidFill>
              </a:defRPr>
            </a:lvl4pPr>
            <a:lvl5pPr lvl="4" algn="ctr" rtl="0">
              <a:spcBef>
                <a:spcPts val="0"/>
              </a:spcBef>
              <a:buClr>
                <a:schemeClr val="dk2"/>
              </a:buClr>
              <a:buSzPct val="100000"/>
              <a:defRPr sz="4200">
                <a:solidFill>
                  <a:schemeClr val="dk2"/>
                </a:solidFill>
              </a:defRPr>
            </a:lvl5pPr>
            <a:lvl6pPr lvl="5" algn="ctr" rtl="0">
              <a:spcBef>
                <a:spcPts val="0"/>
              </a:spcBef>
              <a:buClr>
                <a:schemeClr val="dk2"/>
              </a:buClr>
              <a:buSzPct val="100000"/>
              <a:defRPr sz="4200">
                <a:solidFill>
                  <a:schemeClr val="dk2"/>
                </a:solidFill>
              </a:defRPr>
            </a:lvl6pPr>
            <a:lvl7pPr lvl="6" algn="ctr" rtl="0">
              <a:spcBef>
                <a:spcPts val="0"/>
              </a:spcBef>
              <a:buClr>
                <a:schemeClr val="dk2"/>
              </a:buClr>
              <a:buSzPct val="100000"/>
              <a:defRPr sz="4200">
                <a:solidFill>
                  <a:schemeClr val="dk2"/>
                </a:solidFill>
              </a:defRPr>
            </a:lvl7pPr>
            <a:lvl8pPr lvl="7" algn="ctr" rtl="0">
              <a:spcBef>
                <a:spcPts val="0"/>
              </a:spcBef>
              <a:buClr>
                <a:schemeClr val="dk2"/>
              </a:buClr>
              <a:buSzPct val="100000"/>
              <a:defRPr sz="4200">
                <a:solidFill>
                  <a:schemeClr val="dk2"/>
                </a:solidFill>
              </a:defRPr>
            </a:lvl8pPr>
            <a:lvl9pPr lvl="8" algn="ctr" rtl="0">
              <a:spcBef>
                <a:spcPts val="0"/>
              </a:spcBef>
              <a:buClr>
                <a:schemeClr val="dk2"/>
              </a:buClr>
              <a:buSzPct val="100000"/>
              <a:defRPr sz="4200">
                <a:solidFill>
                  <a:schemeClr val="dk2"/>
                </a:solidFill>
              </a:defRPr>
            </a:lvl9pPr>
          </a:lstStyle>
          <a:p>
            <a:endParaRPr/>
          </a:p>
        </p:txBody>
      </p:sp>
      <p:sp>
        <p:nvSpPr>
          <p:cNvPr id="57" name="Shape 57"/>
          <p:cNvSpPr txBox="1">
            <a:spLocks noGrp="1"/>
          </p:cNvSpPr>
          <p:nvPr>
            <p:ph type="body" idx="1"/>
          </p:nvPr>
        </p:nvSpPr>
        <p:spPr>
          <a:xfrm>
            <a:off x="4939500" y="724200"/>
            <a:ext cx="3837000" cy="3695100"/>
          </a:xfrm>
          <a:prstGeom prst="rect">
            <a:avLst/>
          </a:prstGeom>
        </p:spPr>
        <p:txBody>
          <a:bodyPr lIns="91425" tIns="91425" rIns="91425" bIns="91425" anchor="ctr" anchorCtr="0"/>
          <a:lstStyle>
            <a:lvl1pPr lvl="0" rtl="0">
              <a:spcBef>
                <a:spcPts val="0"/>
              </a:spcBef>
              <a:buClr>
                <a:schemeClr val="lt1"/>
              </a:buClr>
              <a:buSzPct val="100000"/>
              <a:buFont typeface="Calibri"/>
              <a:defRPr sz="2200">
                <a:solidFill>
                  <a:schemeClr val="lt1"/>
                </a:solidFill>
                <a:latin typeface="Calibri"/>
                <a:ea typeface="Calibri"/>
                <a:cs typeface="Calibri"/>
                <a:sym typeface="Calibri"/>
              </a:defRPr>
            </a:lvl1pPr>
            <a:lvl2pPr lvl="1" rtl="0">
              <a:spcBef>
                <a:spcPts val="0"/>
              </a:spcBef>
              <a:buClr>
                <a:schemeClr val="lt1"/>
              </a:buClr>
              <a:buSzPct val="100000"/>
              <a:defRPr sz="1600">
                <a:solidFill>
                  <a:schemeClr val="lt1"/>
                </a:solidFill>
              </a:defRPr>
            </a:lvl2pPr>
            <a:lvl3pPr lvl="2" rtl="0">
              <a:spcBef>
                <a:spcPts val="0"/>
              </a:spcBef>
              <a:buClr>
                <a:schemeClr val="lt1"/>
              </a:buClr>
              <a:defRPr>
                <a:solidFill>
                  <a:schemeClr val="lt1"/>
                </a:solidFill>
              </a:defRPr>
            </a:lvl3pPr>
            <a:lvl4pPr lvl="3" rtl="0">
              <a:spcBef>
                <a:spcPts val="0"/>
              </a:spcBef>
              <a:buClr>
                <a:schemeClr val="lt1"/>
              </a:buClr>
              <a:defRPr>
                <a:solidFill>
                  <a:schemeClr val="lt1"/>
                </a:solidFill>
              </a:defRPr>
            </a:lvl4pPr>
            <a:lvl5pPr lvl="4" rtl="0">
              <a:spcBef>
                <a:spcPts val="0"/>
              </a:spcBef>
              <a:buClr>
                <a:schemeClr val="lt1"/>
              </a:buClr>
              <a:defRPr>
                <a:solidFill>
                  <a:schemeClr val="lt1"/>
                </a:solidFill>
              </a:defRPr>
            </a:lvl5pPr>
            <a:lvl6pPr lvl="5" rtl="0">
              <a:spcBef>
                <a:spcPts val="0"/>
              </a:spcBef>
              <a:buClr>
                <a:schemeClr val="lt1"/>
              </a:buClr>
              <a:defRPr>
                <a:solidFill>
                  <a:schemeClr val="lt1"/>
                </a:solidFill>
              </a:defRPr>
            </a:lvl6pPr>
            <a:lvl7pPr lvl="6" rtl="0">
              <a:spcBef>
                <a:spcPts val="0"/>
              </a:spcBef>
              <a:buClr>
                <a:schemeClr val="lt1"/>
              </a:buClr>
              <a:defRPr>
                <a:solidFill>
                  <a:schemeClr val="lt1"/>
                </a:solidFill>
              </a:defRPr>
            </a:lvl7pPr>
            <a:lvl8pPr lvl="7" rtl="0">
              <a:spcBef>
                <a:spcPts val="0"/>
              </a:spcBef>
              <a:buClr>
                <a:schemeClr val="lt1"/>
              </a:buClr>
              <a:defRPr>
                <a:solidFill>
                  <a:schemeClr val="lt1"/>
                </a:solidFill>
              </a:defRPr>
            </a:lvl8pPr>
            <a:lvl9pPr lvl="8" rtl="0">
              <a:spcBef>
                <a:spcPts val="0"/>
              </a:spcBef>
              <a:buClr>
                <a:schemeClr val="lt1"/>
              </a:buClr>
              <a:defRPr>
                <a:solidFill>
                  <a:schemeClr val="lt1"/>
                </a:solidFill>
              </a:defRPr>
            </a:lvl9pPr>
          </a:lstStyle>
          <a:p>
            <a:endParaRPr/>
          </a:p>
        </p:txBody>
      </p:sp>
      <p:pic>
        <p:nvPicPr>
          <p:cNvPr id="58" name="Shape 5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pic>
        <p:nvPicPr>
          <p:cNvPr id="59" name="Shape 59" descr="Corporate headshot of a man"/>
          <p:cNvPicPr preferRelativeResize="0"/>
          <p:nvPr/>
        </p:nvPicPr>
        <p:blipFill>
          <a:blip r:embed="rId3">
            <a:alphaModFix/>
          </a:blip>
          <a:stretch>
            <a:fillRect/>
          </a:stretch>
        </p:blipFill>
        <p:spPr>
          <a:xfrm>
            <a:off x="1142554" y="917976"/>
            <a:ext cx="2291100" cy="2291100"/>
          </a:xfrm>
          <a:prstGeom prst="ellipse">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Caption">
    <p:spTree>
      <p:nvGrpSpPr>
        <p:cNvPr id="1" name="Shape 60"/>
        <p:cNvGrpSpPr/>
        <p:nvPr/>
      </p:nvGrpSpPr>
      <p:grpSpPr>
        <a:xfrm>
          <a:off x="0" y="0"/>
          <a:ext cx="0" cy="0"/>
          <a:chOff x="0" y="0"/>
          <a:chExt cx="0" cy="0"/>
        </a:xfrm>
      </p:grpSpPr>
      <p:sp>
        <p:nvSpPr>
          <p:cNvPr id="61" name="Shape 61"/>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62" name="Shape 62"/>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63" name="Shape 63"/>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Big Number">
    <p:spTree>
      <p:nvGrpSpPr>
        <p:cNvPr id="1" name="Shape 64"/>
        <p:cNvGrpSpPr/>
        <p:nvPr/>
      </p:nvGrpSpPr>
      <p:grpSpPr>
        <a:xfrm>
          <a:off x="0" y="0"/>
          <a:ext cx="0" cy="0"/>
          <a:chOff x="0" y="0"/>
          <a:chExt cx="0" cy="0"/>
        </a:xfrm>
      </p:grpSpPr>
      <p:sp>
        <p:nvSpPr>
          <p:cNvPr id="65" name="Shape 65"/>
          <p:cNvSpPr txBox="1">
            <a:spLocks noGrp="1"/>
          </p:cNvSpPr>
          <p:nvPr>
            <p:ph type="title"/>
          </p:nvPr>
        </p:nvSpPr>
        <p:spPr>
          <a:xfrm>
            <a:off x="460950" y="1248300"/>
            <a:ext cx="8222100" cy="1963500"/>
          </a:xfrm>
          <a:prstGeom prst="rect">
            <a:avLst/>
          </a:prstGeom>
        </p:spPr>
        <p:txBody>
          <a:bodyPr lIns="91425" tIns="91425" rIns="91425" bIns="91425" anchor="b" anchorCtr="0"/>
          <a:lstStyle>
            <a:lvl1pPr lvl="0" algn="ctr" rtl="0">
              <a:spcBef>
                <a:spcPts val="0"/>
              </a:spcBef>
              <a:buClr>
                <a:srgbClr val="F3F3F3"/>
              </a:buClr>
              <a:buSzPct val="100000"/>
              <a:defRPr sz="12000">
                <a:solidFill>
                  <a:srgbClr val="F3F3F3"/>
                </a:solidFill>
              </a:defRPr>
            </a:lvl1pPr>
            <a:lvl2pPr lvl="1" algn="ctr" rtl="0">
              <a:spcBef>
                <a:spcPts val="0"/>
              </a:spcBef>
              <a:buClr>
                <a:schemeClr val="dk2"/>
              </a:buClr>
              <a:buSzPct val="100000"/>
              <a:defRPr sz="12000">
                <a:solidFill>
                  <a:schemeClr val="dk2"/>
                </a:solidFill>
              </a:defRPr>
            </a:lvl2pPr>
            <a:lvl3pPr lvl="2" algn="ctr" rtl="0">
              <a:spcBef>
                <a:spcPts val="0"/>
              </a:spcBef>
              <a:buClr>
                <a:schemeClr val="dk2"/>
              </a:buClr>
              <a:buSzPct val="100000"/>
              <a:defRPr sz="12000">
                <a:solidFill>
                  <a:schemeClr val="dk2"/>
                </a:solidFill>
              </a:defRPr>
            </a:lvl3pPr>
            <a:lvl4pPr lvl="3" algn="ctr" rtl="0">
              <a:spcBef>
                <a:spcPts val="0"/>
              </a:spcBef>
              <a:buClr>
                <a:schemeClr val="dk2"/>
              </a:buClr>
              <a:buSzPct val="100000"/>
              <a:defRPr sz="12000">
                <a:solidFill>
                  <a:schemeClr val="dk2"/>
                </a:solidFill>
              </a:defRPr>
            </a:lvl4pPr>
            <a:lvl5pPr lvl="4" algn="ctr" rtl="0">
              <a:spcBef>
                <a:spcPts val="0"/>
              </a:spcBef>
              <a:buClr>
                <a:schemeClr val="dk2"/>
              </a:buClr>
              <a:buSzPct val="100000"/>
              <a:defRPr sz="12000">
                <a:solidFill>
                  <a:schemeClr val="dk2"/>
                </a:solidFill>
              </a:defRPr>
            </a:lvl5pPr>
            <a:lvl6pPr lvl="5" algn="ctr" rtl="0">
              <a:spcBef>
                <a:spcPts val="0"/>
              </a:spcBef>
              <a:buClr>
                <a:schemeClr val="dk2"/>
              </a:buClr>
              <a:buSzPct val="100000"/>
              <a:defRPr sz="12000">
                <a:solidFill>
                  <a:schemeClr val="dk2"/>
                </a:solidFill>
              </a:defRPr>
            </a:lvl6pPr>
            <a:lvl7pPr lvl="6" algn="ctr" rtl="0">
              <a:spcBef>
                <a:spcPts val="0"/>
              </a:spcBef>
              <a:buClr>
                <a:schemeClr val="dk2"/>
              </a:buClr>
              <a:buSzPct val="100000"/>
              <a:defRPr sz="12000">
                <a:solidFill>
                  <a:schemeClr val="dk2"/>
                </a:solidFill>
              </a:defRPr>
            </a:lvl7pPr>
            <a:lvl8pPr lvl="7" algn="ctr" rtl="0">
              <a:spcBef>
                <a:spcPts val="0"/>
              </a:spcBef>
              <a:buClr>
                <a:schemeClr val="dk2"/>
              </a:buClr>
              <a:buSzPct val="100000"/>
              <a:defRPr sz="12000">
                <a:solidFill>
                  <a:schemeClr val="dk2"/>
                </a:solidFill>
              </a:defRPr>
            </a:lvl8pPr>
            <a:lvl9pPr lvl="8" algn="ctr" rtl="0">
              <a:spcBef>
                <a:spcPts val="0"/>
              </a:spcBef>
              <a:buClr>
                <a:schemeClr val="dk2"/>
              </a:buClr>
              <a:buSzPct val="100000"/>
              <a:defRPr sz="12000">
                <a:solidFill>
                  <a:schemeClr val="dk2"/>
                </a:solidFill>
              </a:defRPr>
            </a:lvl9pPr>
          </a:lstStyle>
          <a:p>
            <a:endParaRPr/>
          </a:p>
        </p:txBody>
      </p:sp>
      <p:sp>
        <p:nvSpPr>
          <p:cNvPr id="66" name="Shape 66"/>
          <p:cNvSpPr txBox="1">
            <a:spLocks noGrp="1"/>
          </p:cNvSpPr>
          <p:nvPr>
            <p:ph type="body" idx="1"/>
          </p:nvPr>
        </p:nvSpPr>
        <p:spPr>
          <a:xfrm>
            <a:off x="1595400" y="3273925"/>
            <a:ext cx="5953200" cy="1300800"/>
          </a:xfrm>
          <a:prstGeom prst="rect">
            <a:avLst/>
          </a:prstGeom>
        </p:spPr>
        <p:txBody>
          <a:bodyPr lIns="91425" tIns="91425" rIns="91425" bIns="91425" anchor="t" anchorCtr="0"/>
          <a:lstStyle>
            <a:lvl1pPr lvl="0" algn="ctr" rtl="0">
              <a:spcBef>
                <a:spcPts val="0"/>
              </a:spcBef>
              <a:buClr>
                <a:srgbClr val="F3F3F3"/>
              </a:buClr>
              <a:buFont typeface="Calibri"/>
              <a:defRPr>
                <a:solidFill>
                  <a:srgbClr val="F3F3F3"/>
                </a:solidFill>
                <a:latin typeface="Calibri"/>
                <a:ea typeface="Calibri"/>
                <a:cs typeface="Calibri"/>
                <a:sym typeface="Calibri"/>
              </a:defRPr>
            </a:lvl1pPr>
            <a:lvl2pPr lvl="1" algn="ctr" rtl="0">
              <a:spcBef>
                <a:spcPts val="0"/>
              </a:spcBef>
              <a:buClr>
                <a:srgbClr val="F3F3F3"/>
              </a:buClr>
              <a:buFont typeface="Calibri"/>
              <a:defRPr>
                <a:solidFill>
                  <a:srgbClr val="F3F3F3"/>
                </a:solidFill>
                <a:latin typeface="Calibri"/>
                <a:ea typeface="Calibri"/>
                <a:cs typeface="Calibri"/>
                <a:sym typeface="Calibri"/>
              </a:defRPr>
            </a:lvl2pPr>
            <a:lvl3pPr lvl="2" algn="ctr" rtl="0">
              <a:spcBef>
                <a:spcPts val="0"/>
              </a:spcBef>
              <a:buClr>
                <a:srgbClr val="F3F3F3"/>
              </a:buClr>
              <a:buFont typeface="Calibri"/>
              <a:defRPr>
                <a:solidFill>
                  <a:srgbClr val="F3F3F3"/>
                </a:solidFill>
                <a:latin typeface="Calibri"/>
                <a:ea typeface="Calibri"/>
                <a:cs typeface="Calibri"/>
                <a:sym typeface="Calibri"/>
              </a:defRPr>
            </a:lvl3pPr>
            <a:lvl4pPr lvl="3" algn="ctr" rtl="0">
              <a:spcBef>
                <a:spcPts val="0"/>
              </a:spcBef>
              <a:buClr>
                <a:srgbClr val="F3F3F3"/>
              </a:buClr>
              <a:buFont typeface="Calibri"/>
              <a:defRPr>
                <a:solidFill>
                  <a:srgbClr val="F3F3F3"/>
                </a:solidFill>
                <a:latin typeface="Calibri"/>
                <a:ea typeface="Calibri"/>
                <a:cs typeface="Calibri"/>
                <a:sym typeface="Calibri"/>
              </a:defRPr>
            </a:lvl4pPr>
            <a:lvl5pPr lvl="4" algn="ctr" rtl="0">
              <a:spcBef>
                <a:spcPts val="0"/>
              </a:spcBef>
              <a:buClr>
                <a:srgbClr val="F3F3F3"/>
              </a:buClr>
              <a:buFont typeface="Calibri"/>
              <a:defRPr>
                <a:solidFill>
                  <a:srgbClr val="F3F3F3"/>
                </a:solidFill>
                <a:latin typeface="Calibri"/>
                <a:ea typeface="Calibri"/>
                <a:cs typeface="Calibri"/>
                <a:sym typeface="Calibri"/>
              </a:defRPr>
            </a:lvl5pPr>
            <a:lvl6pPr lvl="5" algn="ctr" rtl="0">
              <a:spcBef>
                <a:spcPts val="0"/>
              </a:spcBef>
              <a:buClr>
                <a:srgbClr val="F3F3F3"/>
              </a:buClr>
              <a:buFont typeface="Calibri"/>
              <a:defRPr>
                <a:solidFill>
                  <a:srgbClr val="F3F3F3"/>
                </a:solidFill>
                <a:latin typeface="Calibri"/>
                <a:ea typeface="Calibri"/>
                <a:cs typeface="Calibri"/>
                <a:sym typeface="Calibri"/>
              </a:defRPr>
            </a:lvl6pPr>
            <a:lvl7pPr lvl="6" algn="ctr" rtl="0">
              <a:spcBef>
                <a:spcPts val="0"/>
              </a:spcBef>
              <a:buClr>
                <a:srgbClr val="F3F3F3"/>
              </a:buClr>
              <a:buFont typeface="Calibri"/>
              <a:defRPr>
                <a:solidFill>
                  <a:srgbClr val="F3F3F3"/>
                </a:solidFill>
                <a:latin typeface="Calibri"/>
                <a:ea typeface="Calibri"/>
                <a:cs typeface="Calibri"/>
                <a:sym typeface="Calibri"/>
              </a:defRPr>
            </a:lvl7pPr>
            <a:lvl8pPr lvl="7" algn="ctr" rtl="0">
              <a:spcBef>
                <a:spcPts val="0"/>
              </a:spcBef>
              <a:buClr>
                <a:srgbClr val="F3F3F3"/>
              </a:buClr>
              <a:buFont typeface="Calibri"/>
              <a:defRPr>
                <a:solidFill>
                  <a:srgbClr val="F3F3F3"/>
                </a:solidFill>
                <a:latin typeface="Calibri"/>
                <a:ea typeface="Calibri"/>
                <a:cs typeface="Calibri"/>
                <a:sym typeface="Calibri"/>
              </a:defRPr>
            </a:lvl8pPr>
            <a:lvl9pPr lvl="8" algn="ctr" rtl="0">
              <a:spcBef>
                <a:spcPts val="0"/>
              </a:spcBef>
              <a:buClr>
                <a:srgbClr val="F3F3F3"/>
              </a:buClr>
              <a:buFont typeface="Calibri"/>
              <a:defRPr>
                <a:solidFill>
                  <a:srgbClr val="F3F3F3"/>
                </a:solidFill>
                <a:latin typeface="Calibri"/>
                <a:ea typeface="Calibri"/>
                <a:cs typeface="Calibri"/>
                <a:sym typeface="Calibri"/>
              </a:defRPr>
            </a:lvl9pPr>
          </a:lstStyle>
          <a:p>
            <a:endParaRPr/>
          </a:p>
        </p:txBody>
      </p:sp>
      <p:pic>
        <p:nvPicPr>
          <p:cNvPr id="67" name="Shape 67"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68"/>
        <p:cNvGrpSpPr/>
        <p:nvPr/>
      </p:nvGrpSpPr>
      <p:grpSpPr>
        <a:xfrm>
          <a:off x="0" y="0"/>
          <a:ext cx="0" cy="0"/>
          <a:chOff x="0" y="0"/>
          <a:chExt cx="0" cy="0"/>
        </a:xfrm>
      </p:grpSpPr>
      <p:pic>
        <p:nvPicPr>
          <p:cNvPr id="69" name="Shape 69"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Section End">
    <p:spTree>
      <p:nvGrpSpPr>
        <p:cNvPr id="1" name="Shape 70"/>
        <p:cNvGrpSpPr/>
        <p:nvPr/>
      </p:nvGrpSpPr>
      <p:grpSpPr>
        <a:xfrm>
          <a:off x="0" y="0"/>
          <a:ext cx="0" cy="0"/>
          <a:chOff x="0" y="0"/>
          <a:chExt cx="0" cy="0"/>
        </a:xfrm>
      </p:grpSpPr>
      <p:sp>
        <p:nvSpPr>
          <p:cNvPr id="71" name="Shape 71"/>
          <p:cNvSpPr txBox="1">
            <a:spLocks noGrp="1"/>
          </p:cNvSpPr>
          <p:nvPr>
            <p:ph type="body" idx="1"/>
          </p:nvPr>
        </p:nvSpPr>
        <p:spPr>
          <a:xfrm>
            <a:off x="4570050" y="564750"/>
            <a:ext cx="4106100" cy="4014000"/>
          </a:xfrm>
          <a:prstGeom prst="rect">
            <a:avLst/>
          </a:prstGeom>
        </p:spPr>
        <p:txBody>
          <a:bodyPr lIns="91425" tIns="91425" rIns="91425" bIns="91425" anchor="ctr" anchorCtr="0"/>
          <a:lstStyle>
            <a:lvl1pPr lvl="0">
              <a:spcBef>
                <a:spcPts val="0"/>
              </a:spcBef>
              <a:buClr>
                <a:srgbClr val="FFFFFF"/>
              </a:buClr>
              <a:defRPr>
                <a:solidFill>
                  <a:srgbClr val="FFFFFF"/>
                </a:solidFill>
              </a:defRPr>
            </a:lvl1pPr>
            <a:lvl2pPr lvl="1">
              <a:spcBef>
                <a:spcPts val="0"/>
              </a:spcBef>
              <a:buClr>
                <a:srgbClr val="FFFFFF"/>
              </a:buClr>
              <a:defRPr>
                <a:solidFill>
                  <a:srgbClr val="FFFFFF"/>
                </a:solidFill>
              </a:defRPr>
            </a:lvl2pPr>
            <a:lvl3pPr lvl="2">
              <a:spcBef>
                <a:spcPts val="0"/>
              </a:spcBef>
              <a:buClr>
                <a:srgbClr val="FFFFFF"/>
              </a:buClr>
              <a:defRPr>
                <a:solidFill>
                  <a:srgbClr val="FFFFFF"/>
                </a:solidFill>
              </a:defRPr>
            </a:lvl3pPr>
            <a:lvl4pPr lvl="3">
              <a:spcBef>
                <a:spcPts val="0"/>
              </a:spcBef>
              <a:buClr>
                <a:srgbClr val="FFFFFF"/>
              </a:buClr>
              <a:defRPr>
                <a:solidFill>
                  <a:srgbClr val="FFFFFF"/>
                </a:solidFill>
              </a:defRPr>
            </a:lvl4pPr>
            <a:lvl5pPr lvl="4">
              <a:spcBef>
                <a:spcPts val="0"/>
              </a:spcBef>
              <a:buClr>
                <a:srgbClr val="FFFFFF"/>
              </a:buClr>
              <a:defRPr>
                <a:solidFill>
                  <a:srgbClr val="FFFFFF"/>
                </a:solidFill>
              </a:defRPr>
            </a:lvl5pPr>
            <a:lvl6pPr lvl="5">
              <a:spcBef>
                <a:spcPts val="0"/>
              </a:spcBef>
              <a:buClr>
                <a:srgbClr val="FFFFFF"/>
              </a:buClr>
              <a:defRPr>
                <a:solidFill>
                  <a:srgbClr val="FFFFFF"/>
                </a:solidFill>
              </a:defRPr>
            </a:lvl6pPr>
            <a:lvl7pPr lvl="6">
              <a:spcBef>
                <a:spcPts val="0"/>
              </a:spcBef>
              <a:buClr>
                <a:srgbClr val="FFFFFF"/>
              </a:buClr>
              <a:defRPr>
                <a:solidFill>
                  <a:srgbClr val="FFFFFF"/>
                </a:solidFill>
              </a:defRPr>
            </a:lvl7pPr>
            <a:lvl8pPr lvl="7">
              <a:spcBef>
                <a:spcPts val="0"/>
              </a:spcBef>
              <a:buClr>
                <a:srgbClr val="FFFFFF"/>
              </a:buClr>
              <a:defRPr>
                <a:solidFill>
                  <a:srgbClr val="FFFFFF"/>
                </a:solidFill>
              </a:defRPr>
            </a:lvl8pPr>
            <a:lvl9pPr lvl="8">
              <a:spcBef>
                <a:spcPts val="0"/>
              </a:spcBef>
              <a:buClr>
                <a:srgbClr val="FFFFFF"/>
              </a:buClr>
              <a:defRPr>
                <a:solidFill>
                  <a:srgbClr val="FFFFFF"/>
                </a:solidFill>
              </a:defRPr>
            </a:lvl9pPr>
          </a:lstStyle>
          <a:p>
            <a:endParaRPr/>
          </a:p>
        </p:txBody>
      </p:sp>
      <p:pic>
        <p:nvPicPr>
          <p:cNvPr id="72" name="Shape 72" descr="Packt-Logo-white.png"/>
          <p:cNvPicPr preferRelativeResize="0"/>
          <p:nvPr/>
        </p:nvPicPr>
        <p:blipFill>
          <a:blip r:embed="rId2">
            <a:alphaModFix/>
          </a:blip>
          <a:stretch>
            <a:fillRect/>
          </a:stretch>
        </p:blipFill>
        <p:spPr>
          <a:xfrm>
            <a:off x="112750" y="1763405"/>
            <a:ext cx="3382881" cy="161666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73"/>
        <p:cNvGrpSpPr/>
        <p:nvPr/>
      </p:nvGrpSpPr>
      <p:grpSpPr>
        <a:xfrm>
          <a:off x="0" y="0"/>
          <a:ext cx="0" cy="0"/>
          <a:chOff x="0" y="0"/>
          <a:chExt cx="0" cy="0"/>
        </a:xfrm>
      </p:grpSpPr>
      <p:pic>
        <p:nvPicPr>
          <p:cNvPr id="74" name="Shape 7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Blank (Classic)">
    <p:bg>
      <p:bgPr>
        <a:solidFill>
          <a:srgbClr val="333333"/>
        </a:solidFill>
        <a:effectLst/>
      </p:bgPr>
    </p:bg>
    <p:spTree>
      <p:nvGrpSpPr>
        <p:cNvPr id="1" name="Shape 75"/>
        <p:cNvGrpSpPr/>
        <p:nvPr/>
      </p:nvGrpSpPr>
      <p:grpSpPr>
        <a:xfrm>
          <a:off x="0" y="0"/>
          <a:ext cx="0" cy="0"/>
          <a:chOff x="0" y="0"/>
          <a:chExt cx="0" cy="0"/>
        </a:xfrm>
      </p:grpSpPr>
      <p:pic>
        <p:nvPicPr>
          <p:cNvPr id="76" name="Shape 7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77"/>
        <p:cNvGrpSpPr/>
        <p:nvPr/>
      </p:nvGrpSpPr>
      <p:grpSpPr>
        <a:xfrm>
          <a:off x="0" y="0"/>
          <a:ext cx="0" cy="0"/>
          <a:chOff x="0" y="0"/>
          <a:chExt cx="0" cy="0"/>
        </a:xfrm>
      </p:grpSpPr>
      <p:pic>
        <p:nvPicPr>
          <p:cNvPr id="78" name="Shape 78"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79"/>
        <p:cNvGrpSpPr/>
        <p:nvPr/>
      </p:nvGrpSpPr>
      <p:grpSpPr>
        <a:xfrm>
          <a:off x="0" y="0"/>
          <a:ext cx="0" cy="0"/>
          <a:chOff x="0" y="0"/>
          <a:chExt cx="0" cy="0"/>
        </a:xfrm>
      </p:grpSpPr>
      <p:pic>
        <p:nvPicPr>
          <p:cNvPr id="80" name="Shape 80"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81"/>
        <p:cNvGrpSpPr/>
        <p:nvPr/>
      </p:nvGrpSpPr>
      <p:grpSpPr>
        <a:xfrm>
          <a:off x="0" y="0"/>
          <a:ext cx="0" cy="0"/>
          <a:chOff x="0" y="0"/>
          <a:chExt cx="0" cy="0"/>
        </a:xfrm>
      </p:grpSpPr>
      <p:pic>
        <p:nvPicPr>
          <p:cNvPr id="82" name="Shape 82"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83"/>
        <p:cNvGrpSpPr/>
        <p:nvPr/>
      </p:nvGrpSpPr>
      <p:grpSpPr>
        <a:xfrm>
          <a:off x="0" y="0"/>
          <a:ext cx="0" cy="0"/>
          <a:chOff x="0" y="0"/>
          <a:chExt cx="0" cy="0"/>
        </a:xfrm>
      </p:grpSpPr>
      <p:pic>
        <p:nvPicPr>
          <p:cNvPr id="84" name="Shape 84"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85"/>
        <p:cNvGrpSpPr/>
        <p:nvPr/>
      </p:nvGrpSpPr>
      <p:grpSpPr>
        <a:xfrm>
          <a:off x="0" y="0"/>
          <a:ext cx="0" cy="0"/>
          <a:chOff x="0" y="0"/>
          <a:chExt cx="0" cy="0"/>
        </a:xfrm>
      </p:grpSpPr>
      <p:pic>
        <p:nvPicPr>
          <p:cNvPr id="86" name="Shape 86" descr="icon-white.png"/>
          <p:cNvPicPr preferRelativeResize="0"/>
          <p:nvPr/>
        </p:nvPicPr>
        <p:blipFill rotWithShape="1">
          <a:blip r:embed="rId2">
            <a:alphaModFix/>
          </a:blip>
          <a:srcRect/>
          <a:stretch/>
        </p:blipFill>
        <p:spPr>
          <a:xfrm>
            <a:off x="8524180" y="4134624"/>
            <a:ext cx="438222" cy="837900"/>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cSld name="Course Title and Author Name">
    <p:bg>
      <p:bgPr>
        <a:solidFill>
          <a:srgbClr val="F37021"/>
        </a:solidFill>
        <a:effectLst/>
      </p:bgPr>
    </p:bg>
    <p:spTree>
      <p:nvGrpSpPr>
        <p:cNvPr id="1" name="Shape 91"/>
        <p:cNvGrpSpPr/>
        <p:nvPr/>
      </p:nvGrpSpPr>
      <p:grpSpPr>
        <a:xfrm>
          <a:off x="0" y="0"/>
          <a:ext cx="0" cy="0"/>
          <a:chOff x="0" y="0"/>
          <a:chExt cx="0" cy="0"/>
        </a:xfrm>
      </p:grpSpPr>
      <p:sp>
        <p:nvSpPr>
          <p:cNvPr id="92" name="Shape 92"/>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3" name="Shape 93"/>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Section and Subsection Title">
    <p:bg>
      <p:bgPr>
        <a:solidFill>
          <a:srgbClr val="F37021"/>
        </a:solidFill>
        <a:effectLst/>
      </p:bgPr>
    </p:bg>
    <p:spTree>
      <p:nvGrpSpPr>
        <p:cNvPr id="1" name="Shape 94"/>
        <p:cNvGrpSpPr/>
        <p:nvPr/>
      </p:nvGrpSpPr>
      <p:grpSpPr>
        <a:xfrm>
          <a:off x="0" y="0"/>
          <a:ext cx="0" cy="0"/>
          <a:chOff x="0" y="0"/>
          <a:chExt cx="0" cy="0"/>
        </a:xfrm>
      </p:grpSpPr>
      <p:sp>
        <p:nvSpPr>
          <p:cNvPr id="95" name="Shape 95"/>
          <p:cNvSpPr txBox="1">
            <a:spLocks noGrp="1"/>
          </p:cNvSpPr>
          <p:nvPr>
            <p:ph type="ctrTitle"/>
          </p:nvPr>
        </p:nvSpPr>
        <p:spPr>
          <a:xfrm>
            <a:off x="390525" y="1819275"/>
            <a:ext cx="8222100" cy="933600"/>
          </a:xfrm>
          <a:prstGeom prst="rect">
            <a:avLst/>
          </a:prstGeom>
        </p:spPr>
        <p:txBody>
          <a:bodyPr lIns="91425" tIns="91425" rIns="91425" bIns="91425" anchor="b" anchorCtr="0"/>
          <a:lstStyle>
            <a:lvl1pPr lvl="0" rtl="0">
              <a:spcBef>
                <a:spcPts val="0"/>
              </a:spcBef>
              <a:buSzPct val="100000"/>
              <a:buFont typeface="Calibri"/>
              <a:defRPr sz="4800">
                <a:latin typeface="Calibri"/>
                <a:ea typeface="Calibri"/>
                <a:cs typeface="Calibri"/>
                <a:sym typeface="Calibri"/>
              </a:defRPr>
            </a:lvl1pPr>
            <a:lvl2pPr lvl="1" rtl="0">
              <a:spcBef>
                <a:spcPts val="0"/>
              </a:spcBef>
              <a:buSzPct val="100000"/>
              <a:defRPr sz="4800"/>
            </a:lvl2pPr>
            <a:lvl3pPr lvl="2" rtl="0">
              <a:spcBef>
                <a:spcPts val="0"/>
              </a:spcBef>
              <a:buSzPct val="100000"/>
              <a:defRPr sz="4800"/>
            </a:lvl3pPr>
            <a:lvl4pPr lvl="3" rtl="0">
              <a:spcBef>
                <a:spcPts val="0"/>
              </a:spcBef>
              <a:buSzPct val="100000"/>
              <a:defRPr sz="4800"/>
            </a:lvl4pPr>
            <a:lvl5pPr lvl="4" rtl="0">
              <a:spcBef>
                <a:spcPts val="0"/>
              </a:spcBef>
              <a:buSzPct val="100000"/>
              <a:defRPr sz="4800"/>
            </a:lvl5pPr>
            <a:lvl6pPr lvl="5" rtl="0">
              <a:spcBef>
                <a:spcPts val="0"/>
              </a:spcBef>
              <a:buSzPct val="100000"/>
              <a:defRPr sz="4800"/>
            </a:lvl6pPr>
            <a:lvl7pPr lvl="6" rtl="0">
              <a:spcBef>
                <a:spcPts val="0"/>
              </a:spcBef>
              <a:buSzPct val="100000"/>
              <a:defRPr sz="4800"/>
            </a:lvl7pPr>
            <a:lvl8pPr lvl="7" rtl="0">
              <a:spcBef>
                <a:spcPts val="0"/>
              </a:spcBef>
              <a:buSzPct val="100000"/>
              <a:defRPr sz="4800"/>
            </a:lvl8pPr>
            <a:lvl9pPr lvl="8" rtl="0">
              <a:spcBef>
                <a:spcPts val="0"/>
              </a:spcBef>
              <a:buSzPct val="100000"/>
              <a:defRPr sz="4800"/>
            </a:lvl9pPr>
          </a:lstStyle>
          <a:p>
            <a:endParaRPr/>
          </a:p>
        </p:txBody>
      </p:sp>
      <p:sp>
        <p:nvSpPr>
          <p:cNvPr id="96" name="Shape 96"/>
          <p:cNvSpPr txBox="1">
            <a:spLocks noGrp="1"/>
          </p:cNvSpPr>
          <p:nvPr>
            <p:ph type="subTitle" idx="1"/>
          </p:nvPr>
        </p:nvSpPr>
        <p:spPr>
          <a:xfrm>
            <a:off x="390525" y="2789130"/>
            <a:ext cx="8222100" cy="432900"/>
          </a:xfrm>
          <a:prstGeom prst="rect">
            <a:avLst/>
          </a:prstGeom>
        </p:spPr>
        <p:txBody>
          <a:bodyPr lIns="91425" tIns="91425" rIns="91425" bIns="91425" anchor="t" anchorCtr="0"/>
          <a:lstStyle>
            <a:lvl1pPr lvl="0" rtl="0">
              <a:lnSpc>
                <a:spcPct val="100000"/>
              </a:lnSpc>
              <a:spcBef>
                <a:spcPts val="0"/>
              </a:spcBef>
              <a:spcAft>
                <a:spcPts val="0"/>
              </a:spcAft>
              <a:buClr>
                <a:schemeClr val="lt1"/>
              </a:buClr>
              <a:buSzPct val="100000"/>
              <a:buFont typeface="Calibri"/>
              <a:buNone/>
              <a:defRPr sz="2200">
                <a:solidFill>
                  <a:schemeClr val="lt1"/>
                </a:solidFill>
                <a:latin typeface="Calibri"/>
                <a:ea typeface="Calibri"/>
                <a:cs typeface="Calibri"/>
                <a:sym typeface="Calibri"/>
              </a:defRPr>
            </a:lvl1pPr>
            <a:lvl2pPr lvl="1" rtl="0">
              <a:lnSpc>
                <a:spcPct val="100000"/>
              </a:lnSpc>
              <a:spcBef>
                <a:spcPts val="0"/>
              </a:spcBef>
              <a:spcAft>
                <a:spcPts val="0"/>
              </a:spcAft>
              <a:buClr>
                <a:schemeClr val="lt1"/>
              </a:buClr>
              <a:buSzPct val="100000"/>
              <a:buNone/>
              <a:defRPr sz="2200">
                <a:solidFill>
                  <a:schemeClr val="lt1"/>
                </a:solidFill>
              </a:defRPr>
            </a:lvl2pPr>
            <a:lvl3pPr lvl="2" rtl="0">
              <a:lnSpc>
                <a:spcPct val="100000"/>
              </a:lnSpc>
              <a:spcBef>
                <a:spcPts val="0"/>
              </a:spcBef>
              <a:spcAft>
                <a:spcPts val="0"/>
              </a:spcAft>
              <a:buClr>
                <a:schemeClr val="lt1"/>
              </a:buClr>
              <a:buSzPct val="100000"/>
              <a:buNone/>
              <a:defRPr sz="2200">
                <a:solidFill>
                  <a:schemeClr val="lt1"/>
                </a:solidFill>
              </a:defRPr>
            </a:lvl3pPr>
            <a:lvl4pPr lvl="3" rtl="0">
              <a:lnSpc>
                <a:spcPct val="100000"/>
              </a:lnSpc>
              <a:spcBef>
                <a:spcPts val="0"/>
              </a:spcBef>
              <a:spcAft>
                <a:spcPts val="0"/>
              </a:spcAft>
              <a:buClr>
                <a:schemeClr val="lt1"/>
              </a:buClr>
              <a:buSzPct val="100000"/>
              <a:buNone/>
              <a:defRPr sz="2200">
                <a:solidFill>
                  <a:schemeClr val="lt1"/>
                </a:solidFill>
              </a:defRPr>
            </a:lvl4pPr>
            <a:lvl5pPr lvl="4" rtl="0">
              <a:lnSpc>
                <a:spcPct val="100000"/>
              </a:lnSpc>
              <a:spcBef>
                <a:spcPts val="0"/>
              </a:spcBef>
              <a:spcAft>
                <a:spcPts val="0"/>
              </a:spcAft>
              <a:buClr>
                <a:schemeClr val="lt1"/>
              </a:buClr>
              <a:buSzPct val="100000"/>
              <a:buNone/>
              <a:defRPr sz="2200">
                <a:solidFill>
                  <a:schemeClr val="lt1"/>
                </a:solidFill>
              </a:defRPr>
            </a:lvl5pPr>
            <a:lvl6pPr lvl="5" rtl="0">
              <a:lnSpc>
                <a:spcPct val="100000"/>
              </a:lnSpc>
              <a:spcBef>
                <a:spcPts val="0"/>
              </a:spcBef>
              <a:spcAft>
                <a:spcPts val="0"/>
              </a:spcAft>
              <a:buClr>
                <a:schemeClr val="lt1"/>
              </a:buClr>
              <a:buSzPct val="100000"/>
              <a:buNone/>
              <a:defRPr sz="2200">
                <a:solidFill>
                  <a:schemeClr val="lt1"/>
                </a:solidFill>
              </a:defRPr>
            </a:lvl6pPr>
            <a:lvl7pPr lvl="6" rtl="0">
              <a:lnSpc>
                <a:spcPct val="100000"/>
              </a:lnSpc>
              <a:spcBef>
                <a:spcPts val="0"/>
              </a:spcBef>
              <a:spcAft>
                <a:spcPts val="0"/>
              </a:spcAft>
              <a:buClr>
                <a:schemeClr val="lt1"/>
              </a:buClr>
              <a:buSzPct val="100000"/>
              <a:buNone/>
              <a:defRPr sz="2200">
                <a:solidFill>
                  <a:schemeClr val="lt1"/>
                </a:solidFill>
              </a:defRPr>
            </a:lvl7pPr>
            <a:lvl8pPr lvl="7" rtl="0">
              <a:lnSpc>
                <a:spcPct val="100000"/>
              </a:lnSpc>
              <a:spcBef>
                <a:spcPts val="0"/>
              </a:spcBef>
              <a:spcAft>
                <a:spcPts val="0"/>
              </a:spcAft>
              <a:buClr>
                <a:schemeClr val="lt1"/>
              </a:buClr>
              <a:buSzPct val="100000"/>
              <a:buNone/>
              <a:defRPr sz="2200">
                <a:solidFill>
                  <a:schemeClr val="lt1"/>
                </a:solidFill>
              </a:defRPr>
            </a:lvl8pPr>
            <a:lvl9pPr lvl="8" rtl="0">
              <a:lnSpc>
                <a:spcPct val="100000"/>
              </a:lnSpc>
              <a:spcBef>
                <a:spcPts val="0"/>
              </a:spcBef>
              <a:spcAft>
                <a:spcPts val="0"/>
              </a:spcAft>
              <a:buClr>
                <a:schemeClr val="lt1"/>
              </a:buClr>
              <a:buSzPct val="100000"/>
              <a:buNone/>
              <a:defRPr sz="2200">
                <a:solidFill>
                  <a:schemeClr val="lt1"/>
                </a:solidFill>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Shape 110"/>
        <p:cNvGrpSpPr/>
        <p:nvPr/>
      </p:nvGrpSpPr>
      <p:grpSpPr>
        <a:xfrm>
          <a:off x="0" y="0"/>
          <a:ext cx="0" cy="0"/>
          <a:chOff x="0" y="0"/>
          <a:chExt cx="0" cy="0"/>
        </a:xfrm>
      </p:grpSpPr>
      <p:sp>
        <p:nvSpPr>
          <p:cNvPr id="111" name="Shape 111"/>
          <p:cNvSpPr/>
          <p:nvPr/>
        </p:nvSpPr>
        <p:spPr>
          <a:xfrm rot="10800000" flipH="1">
            <a:off x="0" y="656400"/>
            <a:ext cx="9144000" cy="44871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12" name="Shape 112"/>
          <p:cNvSpPr/>
          <p:nvPr/>
        </p:nvSpPr>
        <p:spPr>
          <a:xfrm>
            <a:off x="0" y="656350"/>
            <a:ext cx="9144000" cy="1086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13" name="Shape 113"/>
          <p:cNvSpPr txBox="1">
            <a:spLocks noGrp="1"/>
          </p:cNvSpPr>
          <p:nvPr>
            <p:ph type="title"/>
          </p:nvPr>
        </p:nvSpPr>
        <p:spPr>
          <a:xfrm>
            <a:off x="98250" y="16350"/>
            <a:ext cx="8826600" cy="602700"/>
          </a:xfrm>
          <a:prstGeom prst="rect">
            <a:avLst/>
          </a:prstGeom>
        </p:spPr>
        <p:txBody>
          <a:bodyPr lIns="91425" tIns="91425" rIns="91425" bIns="91425" anchor="ctr" anchorCtr="0"/>
          <a:lstStyle>
            <a:lvl1pPr lvl="0" rtl="0">
              <a:spcBef>
                <a:spcPts val="0"/>
              </a:spcBef>
              <a:buSzPct val="100000"/>
              <a:defRPr sz="2000"/>
            </a:lvl1pPr>
            <a:lvl2pPr lvl="1" rtl="0">
              <a:spcBef>
                <a:spcPts val="0"/>
              </a:spcBef>
              <a:buSzPct val="100000"/>
              <a:defRPr sz="1800"/>
            </a:lvl2pPr>
            <a:lvl3pPr lvl="2" rtl="0">
              <a:spcBef>
                <a:spcPts val="0"/>
              </a:spcBef>
              <a:buSzPct val="100000"/>
              <a:defRPr sz="1800"/>
            </a:lvl3pPr>
            <a:lvl4pPr lvl="3" rtl="0">
              <a:spcBef>
                <a:spcPts val="0"/>
              </a:spcBef>
              <a:buSzPct val="100000"/>
              <a:defRPr sz="1800"/>
            </a:lvl4pPr>
            <a:lvl5pPr lvl="4" rtl="0">
              <a:spcBef>
                <a:spcPts val="0"/>
              </a:spcBef>
              <a:buSzPct val="100000"/>
              <a:defRPr sz="1800"/>
            </a:lvl5pPr>
            <a:lvl6pPr lvl="5" rtl="0">
              <a:spcBef>
                <a:spcPts val="0"/>
              </a:spcBef>
              <a:buSzPct val="100000"/>
              <a:defRPr sz="1800"/>
            </a:lvl6pPr>
            <a:lvl7pPr lvl="6" rtl="0">
              <a:spcBef>
                <a:spcPts val="0"/>
              </a:spcBef>
              <a:buSzPct val="100000"/>
              <a:defRPr sz="1800"/>
            </a:lvl7pPr>
            <a:lvl8pPr lvl="7" rtl="0">
              <a:spcBef>
                <a:spcPts val="0"/>
              </a:spcBef>
              <a:buSzPct val="100000"/>
              <a:defRPr sz="1800"/>
            </a:lvl8pPr>
            <a:lvl9pPr lvl="8" rtl="0">
              <a:spcBef>
                <a:spcPts val="0"/>
              </a:spcBef>
              <a:buSzPct val="100000"/>
              <a:defRPr sz="1800"/>
            </a:lvl9pPr>
          </a:lstStyle>
          <a:p>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Caption">
    <p:spTree>
      <p:nvGrpSpPr>
        <p:cNvPr id="1" name="Shape 133"/>
        <p:cNvGrpSpPr/>
        <p:nvPr/>
      </p:nvGrpSpPr>
      <p:grpSpPr>
        <a:xfrm>
          <a:off x="0" y="0"/>
          <a:ext cx="0" cy="0"/>
          <a:chOff x="0" y="0"/>
          <a:chExt cx="0" cy="0"/>
        </a:xfrm>
      </p:grpSpPr>
      <p:sp>
        <p:nvSpPr>
          <p:cNvPr id="134" name="Shape 134"/>
          <p:cNvSpPr txBox="1"/>
          <p:nvPr/>
        </p:nvSpPr>
        <p:spPr>
          <a:xfrm rot="10800000" flipH="1">
            <a:off x="0" y="0"/>
            <a:ext cx="9144000" cy="4695900"/>
          </a:xfrm>
          <a:prstGeom prst="rect">
            <a:avLst/>
          </a:prstGeom>
          <a:solidFill>
            <a:schemeClr val="accent4"/>
          </a:solidFill>
          <a:ln>
            <a:noFill/>
          </a:ln>
        </p:spPr>
        <p:txBody>
          <a:bodyPr lIns="91425" tIns="91425" rIns="91425" bIns="91425" anchor="ctr" anchorCtr="0">
            <a:noAutofit/>
          </a:bodyPr>
          <a:lstStyle/>
          <a:p>
            <a:pPr lvl="0">
              <a:spcBef>
                <a:spcPts val="0"/>
              </a:spcBef>
              <a:buNone/>
            </a:pPr>
            <a:endParaRPr/>
          </a:p>
        </p:txBody>
      </p:sp>
      <p:sp>
        <p:nvSpPr>
          <p:cNvPr id="135" name="Shape 135"/>
          <p:cNvSpPr/>
          <p:nvPr/>
        </p:nvSpPr>
        <p:spPr>
          <a:xfrm rot="10800000" flipH="1">
            <a:off x="0" y="4622725"/>
            <a:ext cx="9144000" cy="74100"/>
          </a:xfrm>
          <a:prstGeom prst="rect">
            <a:avLst/>
          </a:prstGeom>
          <a:gradFill>
            <a:gsLst>
              <a:gs pos="0">
                <a:srgbClr val="F9F9F9"/>
              </a:gs>
              <a:gs pos="36000">
                <a:srgbClr val="F9F9F9"/>
              </a:gs>
              <a:gs pos="80000">
                <a:srgbClr val="DEDEDE"/>
              </a:gs>
              <a:gs pos="100000">
                <a:srgbClr val="999999"/>
              </a:gs>
            </a:gsLst>
            <a:lin ang="16200038" scaled="0"/>
          </a:gradFill>
          <a:ln>
            <a:noFill/>
          </a:ln>
        </p:spPr>
        <p:txBody>
          <a:bodyPr lIns="91425" tIns="91425" rIns="91425" bIns="91425" anchor="ctr" anchorCtr="0">
            <a:noAutofit/>
          </a:bodyPr>
          <a:lstStyle/>
          <a:p>
            <a:pPr lvl="0">
              <a:spcBef>
                <a:spcPts val="0"/>
              </a:spcBef>
              <a:buNone/>
            </a:pPr>
            <a:endParaRPr/>
          </a:p>
        </p:txBody>
      </p:sp>
      <p:sp>
        <p:nvSpPr>
          <p:cNvPr id="136" name="Shape 136"/>
          <p:cNvSpPr txBox="1">
            <a:spLocks noGrp="1"/>
          </p:cNvSpPr>
          <p:nvPr>
            <p:ph type="body" idx="1"/>
          </p:nvPr>
        </p:nvSpPr>
        <p:spPr>
          <a:xfrm>
            <a:off x="57150" y="4696825"/>
            <a:ext cx="8382000" cy="446700"/>
          </a:xfrm>
          <a:prstGeom prst="rect">
            <a:avLst/>
          </a:prstGeom>
        </p:spPr>
        <p:txBody>
          <a:bodyPr lIns="91425" tIns="91425" rIns="91425" bIns="91425" anchor="ctr" anchorCtr="0"/>
          <a:lstStyle>
            <a:lvl1pPr lvl="0" rtl="0">
              <a:lnSpc>
                <a:spcPct val="100000"/>
              </a:lnSpc>
              <a:spcBef>
                <a:spcPts val="0"/>
              </a:spcBef>
              <a:spcAft>
                <a:spcPts val="0"/>
              </a:spcAft>
              <a:buClr>
                <a:schemeClr val="lt1"/>
              </a:buClr>
              <a:buFont typeface="Calibri"/>
              <a:buNone/>
              <a:defRPr>
                <a:solidFill>
                  <a:schemeClr val="lt1"/>
                </a:solidFill>
                <a:latin typeface="Calibri"/>
                <a:ea typeface="Calibri"/>
                <a:cs typeface="Calibri"/>
                <a:sym typeface="Calibri"/>
              </a:defRPr>
            </a:lvl1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cSld name="Blank">
    <p:spTree>
      <p:nvGrpSpPr>
        <p:cNvPr id="1" name="Shape 140"/>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Blank (Assembly)">
    <p:bg>
      <p:bgPr>
        <a:solidFill>
          <a:srgbClr val="3E5DAA"/>
        </a:solidFill>
        <a:effectLst/>
      </p:bgPr>
    </p:bg>
    <p:spTree>
      <p:nvGrpSpPr>
        <p:cNvPr id="1" name="Shape 144"/>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Blank (Classic)">
    <p:bg>
      <p:bgPr>
        <a:solidFill>
          <a:srgbClr val="F37021"/>
        </a:solidFill>
        <a:effectLst/>
      </p:bgPr>
    </p:bg>
    <p:spTree>
      <p:nvGrpSpPr>
        <p:cNvPr id="1" name="Shape 145"/>
        <p:cNvGrpSpPr/>
        <p:nvPr/>
      </p:nvGrpSpPr>
      <p:grpSpPr>
        <a:xfrm>
          <a:off x="0" y="0"/>
          <a:ext cx="0" cy="0"/>
          <a:chOff x="0" y="0"/>
          <a:chExt cx="0" cy="0"/>
        </a:xfrm>
      </p:grpSpPr>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Blank (Ruby)">
    <p:bg>
      <p:bgPr>
        <a:solidFill>
          <a:srgbClr val="EE2D4A"/>
        </a:solidFill>
        <a:effectLst/>
      </p:bgPr>
    </p:bg>
    <p:spTree>
      <p:nvGrpSpPr>
        <p:cNvPr id="1" name="Shape 146"/>
        <p:cNvGrpSpPr/>
        <p:nvPr/>
      </p:nvGrpSpPr>
      <p:grpSpPr>
        <a:xfrm>
          <a:off x="0" y="0"/>
          <a:ext cx="0" cy="0"/>
          <a:chOff x="0" y="0"/>
          <a:chExt cx="0" cy="0"/>
        </a:xfrm>
      </p:grpSpPr>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Blank (Field)">
    <p:bg>
      <p:bgPr>
        <a:solidFill>
          <a:srgbClr val="00A349"/>
        </a:solidFill>
        <a:effectLst/>
      </p:bgPr>
    </p:bg>
    <p:spTree>
      <p:nvGrpSpPr>
        <p:cNvPr id="1" name="Shape 147"/>
        <p:cNvGrpSpPr/>
        <p:nvPr/>
      </p:nvGrpSpPr>
      <p:grpSpPr>
        <a:xfrm>
          <a:off x="0" y="0"/>
          <a:ext cx="0" cy="0"/>
          <a:chOff x="0" y="0"/>
          <a:chExt cx="0" cy="0"/>
        </a:xfrm>
      </p:grpSpPr>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Blank (Evolve)">
    <p:bg>
      <p:bgPr>
        <a:solidFill>
          <a:srgbClr val="29BEC6"/>
        </a:solidFill>
        <a:effectLst/>
      </p:bgPr>
    </p:bg>
    <p:spTree>
      <p:nvGrpSpPr>
        <p:cNvPr id="1" name="Shape 148"/>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Blank (Hack)">
    <p:bg>
      <p:bgPr>
        <a:solidFill>
          <a:srgbClr val="4C3896"/>
        </a:solidFill>
        <a:effectLst/>
      </p:bgPr>
    </p:bg>
    <p:spTree>
      <p:nvGrpSpPr>
        <p:cNvPr id="1" name="Shape 149"/>
        <p:cNvGrpSpPr/>
        <p:nvPr/>
      </p:nvGrpSpPr>
      <p:grpSpPr>
        <a:xfrm>
          <a:off x="0" y="0"/>
          <a:ext cx="0" cy="0"/>
          <a:chOff x="0" y="0"/>
          <a:chExt cx="0" cy="0"/>
        </a:xfrm>
      </p:grpSpPr>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Blank (Sprint)">
    <p:bg>
      <p:bgPr>
        <a:solidFill>
          <a:srgbClr val="BE1A8C"/>
        </a:solidFill>
        <a:effectLst/>
      </p:bgPr>
    </p:bg>
    <p:spTree>
      <p:nvGrpSpPr>
        <p:cNvPr id="1" name="Shape 15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theme" Target="../theme/theme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2" Type="http://schemas.openxmlformats.org/officeDocument/2006/relationships/slideLayout" Target="../slideLayouts/slideLayout33.xml"/><Relationship Id="rId13" Type="http://schemas.openxmlformats.org/officeDocument/2006/relationships/theme" Target="../theme/theme2.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 Id="rId9" Type="http://schemas.openxmlformats.org/officeDocument/2006/relationships/slideLayout" Target="../slideLayouts/slideLayout30.xml"/><Relationship Id="rId10"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5"/>
        <p:cNvGrpSpPr/>
        <p:nvPr/>
      </p:nvGrpSpPr>
      <p:grpSpPr>
        <a:xfrm>
          <a:off x="0" y="0"/>
          <a:ext cx="0" cy="0"/>
          <a:chOff x="0" y="0"/>
          <a:chExt cx="0" cy="0"/>
        </a:xfrm>
      </p:grpSpPr>
      <p:sp>
        <p:nvSpPr>
          <p:cNvPr id="6" name="Shape 6"/>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7" name="Shape 7"/>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8" name="Shape 8"/>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333333"/>
        </a:solidFill>
        <a:effectLst/>
      </p:bgPr>
    </p:bg>
    <p:spTree>
      <p:nvGrpSpPr>
        <p:cNvPr id="1" name="Shape 87"/>
        <p:cNvGrpSpPr/>
        <p:nvPr/>
      </p:nvGrpSpPr>
      <p:grpSpPr>
        <a:xfrm>
          <a:off x="0" y="0"/>
          <a:ext cx="0" cy="0"/>
          <a:chOff x="0" y="0"/>
          <a:chExt cx="0" cy="0"/>
        </a:xfrm>
      </p:grpSpPr>
      <p:sp>
        <p:nvSpPr>
          <p:cNvPr id="88" name="Shape 88"/>
          <p:cNvSpPr txBox="1">
            <a:spLocks noGrp="1"/>
          </p:cNvSpPr>
          <p:nvPr>
            <p:ph type="title"/>
          </p:nvPr>
        </p:nvSpPr>
        <p:spPr>
          <a:xfrm>
            <a:off x="471900" y="738725"/>
            <a:ext cx="8222100" cy="767700"/>
          </a:xfrm>
          <a:prstGeom prst="rect">
            <a:avLst/>
          </a:prstGeom>
          <a:noFill/>
          <a:ln>
            <a:noFill/>
          </a:ln>
        </p:spPr>
        <p:txBody>
          <a:bodyPr lIns="91425" tIns="91425" rIns="91425" bIns="91425" anchor="b" anchorCtr="0"/>
          <a:lstStyle>
            <a:lvl1pPr lvl="0" rtl="0">
              <a:spcBef>
                <a:spcPts val="0"/>
              </a:spcBef>
              <a:buClr>
                <a:schemeClr val="lt1"/>
              </a:buClr>
              <a:buSzPct val="100000"/>
              <a:buFont typeface="Calibri"/>
              <a:buNone/>
              <a:defRPr sz="3200">
                <a:solidFill>
                  <a:schemeClr val="lt1"/>
                </a:solidFill>
                <a:latin typeface="Calibri"/>
                <a:ea typeface="Calibri"/>
                <a:cs typeface="Calibri"/>
                <a:sym typeface="Calibri"/>
              </a:defRPr>
            </a:lvl1pPr>
            <a:lvl2pPr lvl="1" rtl="0">
              <a:spcBef>
                <a:spcPts val="0"/>
              </a:spcBef>
              <a:buClr>
                <a:schemeClr val="lt1"/>
              </a:buClr>
              <a:buSzPct val="100000"/>
              <a:buFont typeface="Roboto"/>
              <a:buNone/>
              <a:defRPr sz="3200">
                <a:solidFill>
                  <a:schemeClr val="lt1"/>
                </a:solidFill>
                <a:latin typeface="Roboto"/>
                <a:ea typeface="Roboto"/>
                <a:cs typeface="Roboto"/>
                <a:sym typeface="Roboto"/>
              </a:defRPr>
            </a:lvl2pPr>
            <a:lvl3pPr lvl="2" rtl="0">
              <a:spcBef>
                <a:spcPts val="0"/>
              </a:spcBef>
              <a:buClr>
                <a:schemeClr val="lt1"/>
              </a:buClr>
              <a:buSzPct val="100000"/>
              <a:buFont typeface="Roboto"/>
              <a:buNone/>
              <a:defRPr sz="3200">
                <a:solidFill>
                  <a:schemeClr val="lt1"/>
                </a:solidFill>
                <a:latin typeface="Roboto"/>
                <a:ea typeface="Roboto"/>
                <a:cs typeface="Roboto"/>
                <a:sym typeface="Roboto"/>
              </a:defRPr>
            </a:lvl3pPr>
            <a:lvl4pPr lvl="3" rtl="0">
              <a:spcBef>
                <a:spcPts val="0"/>
              </a:spcBef>
              <a:buClr>
                <a:schemeClr val="lt1"/>
              </a:buClr>
              <a:buSzPct val="100000"/>
              <a:buFont typeface="Roboto"/>
              <a:buNone/>
              <a:defRPr sz="3200">
                <a:solidFill>
                  <a:schemeClr val="lt1"/>
                </a:solidFill>
                <a:latin typeface="Roboto"/>
                <a:ea typeface="Roboto"/>
                <a:cs typeface="Roboto"/>
                <a:sym typeface="Roboto"/>
              </a:defRPr>
            </a:lvl4pPr>
            <a:lvl5pPr lvl="4" rtl="0">
              <a:spcBef>
                <a:spcPts val="0"/>
              </a:spcBef>
              <a:buClr>
                <a:schemeClr val="lt1"/>
              </a:buClr>
              <a:buSzPct val="100000"/>
              <a:buFont typeface="Roboto"/>
              <a:buNone/>
              <a:defRPr sz="3200">
                <a:solidFill>
                  <a:schemeClr val="lt1"/>
                </a:solidFill>
                <a:latin typeface="Roboto"/>
                <a:ea typeface="Roboto"/>
                <a:cs typeface="Roboto"/>
                <a:sym typeface="Roboto"/>
              </a:defRPr>
            </a:lvl5pPr>
            <a:lvl6pPr lvl="5" rtl="0">
              <a:spcBef>
                <a:spcPts val="0"/>
              </a:spcBef>
              <a:buClr>
                <a:schemeClr val="lt1"/>
              </a:buClr>
              <a:buSzPct val="100000"/>
              <a:buFont typeface="Roboto"/>
              <a:buNone/>
              <a:defRPr sz="3200">
                <a:solidFill>
                  <a:schemeClr val="lt1"/>
                </a:solidFill>
                <a:latin typeface="Roboto"/>
                <a:ea typeface="Roboto"/>
                <a:cs typeface="Roboto"/>
                <a:sym typeface="Roboto"/>
              </a:defRPr>
            </a:lvl6pPr>
            <a:lvl7pPr lvl="6" rtl="0">
              <a:spcBef>
                <a:spcPts val="0"/>
              </a:spcBef>
              <a:buClr>
                <a:schemeClr val="lt1"/>
              </a:buClr>
              <a:buSzPct val="100000"/>
              <a:buFont typeface="Roboto"/>
              <a:buNone/>
              <a:defRPr sz="3200">
                <a:solidFill>
                  <a:schemeClr val="lt1"/>
                </a:solidFill>
                <a:latin typeface="Roboto"/>
                <a:ea typeface="Roboto"/>
                <a:cs typeface="Roboto"/>
                <a:sym typeface="Roboto"/>
              </a:defRPr>
            </a:lvl7pPr>
            <a:lvl8pPr lvl="7" rtl="0">
              <a:spcBef>
                <a:spcPts val="0"/>
              </a:spcBef>
              <a:buClr>
                <a:schemeClr val="lt1"/>
              </a:buClr>
              <a:buSzPct val="100000"/>
              <a:buFont typeface="Roboto"/>
              <a:buNone/>
              <a:defRPr sz="3200">
                <a:solidFill>
                  <a:schemeClr val="lt1"/>
                </a:solidFill>
                <a:latin typeface="Roboto"/>
                <a:ea typeface="Roboto"/>
                <a:cs typeface="Roboto"/>
                <a:sym typeface="Roboto"/>
              </a:defRPr>
            </a:lvl8pPr>
            <a:lvl9pPr lvl="8" rtl="0">
              <a:spcBef>
                <a:spcPts val="0"/>
              </a:spcBef>
              <a:buClr>
                <a:schemeClr val="lt1"/>
              </a:buClr>
              <a:buSzPct val="100000"/>
              <a:buFont typeface="Roboto"/>
              <a:buNone/>
              <a:defRPr sz="3200">
                <a:solidFill>
                  <a:schemeClr val="lt1"/>
                </a:solidFill>
                <a:latin typeface="Roboto"/>
                <a:ea typeface="Roboto"/>
                <a:cs typeface="Roboto"/>
                <a:sym typeface="Roboto"/>
              </a:defRPr>
            </a:lvl9pPr>
          </a:lstStyle>
          <a:p>
            <a:endParaRPr/>
          </a:p>
        </p:txBody>
      </p:sp>
      <p:sp>
        <p:nvSpPr>
          <p:cNvPr id="89" name="Shape 89"/>
          <p:cNvSpPr txBox="1">
            <a:spLocks noGrp="1"/>
          </p:cNvSpPr>
          <p:nvPr>
            <p:ph type="body" idx="1"/>
          </p:nvPr>
        </p:nvSpPr>
        <p:spPr>
          <a:xfrm>
            <a:off x="471900" y="1919075"/>
            <a:ext cx="8222100" cy="2710200"/>
          </a:xfrm>
          <a:prstGeom prst="rect">
            <a:avLst/>
          </a:prstGeom>
          <a:noFill/>
          <a:ln>
            <a:noFill/>
          </a:ln>
        </p:spPr>
        <p:txBody>
          <a:bodyPr lIns="91425" tIns="91425" rIns="91425" bIns="91425" anchor="t" anchorCtr="0"/>
          <a:lstStyle>
            <a:lvl1pPr lvl="0" rtl="0">
              <a:lnSpc>
                <a:spcPct val="115000"/>
              </a:lnSpc>
              <a:spcBef>
                <a:spcPts val="0"/>
              </a:spcBef>
              <a:spcAft>
                <a:spcPts val="1600"/>
              </a:spcAft>
              <a:buClr>
                <a:schemeClr val="lt2"/>
              </a:buClr>
              <a:buSzPct val="100000"/>
              <a:buFont typeface="Calibri"/>
              <a:defRPr sz="1800">
                <a:solidFill>
                  <a:schemeClr val="lt2"/>
                </a:solidFill>
                <a:latin typeface="Calibri"/>
                <a:ea typeface="Calibri"/>
                <a:cs typeface="Calibri"/>
                <a:sym typeface="Calibri"/>
              </a:defRPr>
            </a:lvl1pPr>
            <a:lvl2pPr lvl="1"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2pPr>
            <a:lvl3pPr lvl="2"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3pPr>
            <a:lvl4pPr lvl="3"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4pPr>
            <a:lvl5pPr lvl="4"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5pPr>
            <a:lvl6pPr lvl="5"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6pPr>
            <a:lvl7pPr lvl="6"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7pPr>
            <a:lvl8pPr lvl="7"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8pPr>
            <a:lvl9pPr lvl="8" rtl="0">
              <a:lnSpc>
                <a:spcPct val="115000"/>
              </a:lnSpc>
              <a:spcBef>
                <a:spcPts val="0"/>
              </a:spcBef>
              <a:spcAft>
                <a:spcPts val="1600"/>
              </a:spcAft>
              <a:buClr>
                <a:schemeClr val="lt2"/>
              </a:buClr>
              <a:buFont typeface="Calibri"/>
              <a:defRPr>
                <a:solidFill>
                  <a:schemeClr val="lt2"/>
                </a:solidFill>
                <a:latin typeface="Calibri"/>
                <a:ea typeface="Calibri"/>
                <a:cs typeface="Calibri"/>
                <a:sym typeface="Calibri"/>
              </a:defRPr>
            </a:lvl9pPr>
          </a:lstStyle>
          <a:p>
            <a:endParaRPr/>
          </a:p>
        </p:txBody>
      </p:sp>
      <p:sp>
        <p:nvSpPr>
          <p:cNvPr id="90" name="Shape 90"/>
          <p:cNvSpPr txBox="1">
            <a:spLocks noGrp="1"/>
          </p:cNvSpPr>
          <p:nvPr>
            <p:ph type="sldNum" idx="12"/>
          </p:nvPr>
        </p:nvSpPr>
        <p:spPr>
          <a:xfrm>
            <a:off x="8523541" y="4695623"/>
            <a:ext cx="548700" cy="393600"/>
          </a:xfrm>
          <a:prstGeom prst="rect">
            <a:avLst/>
          </a:prstGeom>
          <a:noFill/>
          <a:ln>
            <a:noFill/>
          </a:ln>
        </p:spPr>
        <p:txBody>
          <a:bodyPr lIns="91425" tIns="91425" rIns="91425" bIns="91425" anchor="ctr" anchorCtr="0">
            <a:noAutofit/>
          </a:bodyPr>
          <a:lstStyle/>
          <a:p>
            <a:pPr lvl="0" algn="r" rtl="0">
              <a:spcBef>
                <a:spcPts val="0"/>
              </a:spcBef>
              <a:buNone/>
            </a:pPr>
            <a:fld id="{00000000-1234-1234-1234-123412341234}" type="slidenum">
              <a:rPr lang="en" sz="1000">
                <a:solidFill>
                  <a:schemeClr val="lt2"/>
                </a:solidFill>
                <a:latin typeface="Roboto"/>
                <a:ea typeface="Roboto"/>
                <a:cs typeface="Roboto"/>
                <a:sym typeface="Roboto"/>
              </a:rPr>
              <a:pPr lvl="0" algn="r" rtl="0">
                <a:spcBef>
                  <a:spcPts val="0"/>
                </a:spcBef>
                <a:buNone/>
              </a:pPr>
              <a:t>‹#›</a:t>
            </a:fld>
            <a:endParaRPr lang="en" sz="1000">
              <a:solidFill>
                <a:schemeClr val="lt2"/>
              </a:solidFill>
              <a:latin typeface="Roboto"/>
              <a:ea typeface="Roboto"/>
              <a:cs typeface="Roboto"/>
              <a:sym typeface="Roboto"/>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4" r:id="rId3"/>
    <p:sldLayoutId id="2147483679" r:id="rId4"/>
    <p:sldLayoutId id="2147483681" r:id="rId5"/>
    <p:sldLayoutId id="2147483683" r:id="rId6"/>
    <p:sldLayoutId id="2147483684" r:id="rId7"/>
    <p:sldLayoutId id="2147483685" r:id="rId8"/>
    <p:sldLayoutId id="2147483686" r:id="rId9"/>
    <p:sldLayoutId id="2147483687" r:id="rId10"/>
    <p:sldLayoutId id="2147483688" r:id="rId11"/>
    <p:sldLayoutId id="2147483689" r:id="rId12"/>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p:titleStyle>
    <p:body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37021"/>
        </a:solidFill>
        <a:effectLst/>
      </p:bgPr>
    </p:bg>
    <p:spTree>
      <p:nvGrpSpPr>
        <p:cNvPr id="1" name="Shape 166"/>
        <p:cNvGrpSpPr/>
        <p:nvPr/>
      </p:nvGrpSpPr>
      <p:grpSpPr>
        <a:xfrm>
          <a:off x="0" y="0"/>
          <a:ext cx="0" cy="0"/>
          <a:chOff x="0" y="0"/>
          <a:chExt cx="0" cy="0"/>
        </a:xfrm>
      </p:grpSpPr>
      <p:sp>
        <p:nvSpPr>
          <p:cNvPr id="167" name="Shape 167"/>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a:r>
              <a:rPr lang="en-US" dirty="0" smtClean="0"/>
              <a:t>Displaying our to-do list</a:t>
            </a:r>
            <a:endParaRPr lang="en" dirty="0"/>
          </a:p>
        </p:txBody>
      </p:sp>
      <p:sp>
        <p:nvSpPr>
          <p:cNvPr id="168" name="Shape 168"/>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dirty="0"/>
              <a:t>Interacting with our data</a:t>
            </a:r>
            <a:endParaRPr lang="e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1"/>
        <p:cNvGrpSpPr/>
        <p:nvPr/>
      </p:nvGrpSpPr>
      <p:grpSpPr>
        <a:xfrm>
          <a:off x="0" y="0"/>
          <a:ext cx="0" cy="0"/>
          <a:chOff x="0" y="0"/>
          <a:chExt cx="0" cy="0"/>
        </a:xfrm>
      </p:grpSpPr>
      <p:sp>
        <p:nvSpPr>
          <p:cNvPr id="212" name="Shape 212"/>
          <p:cNvSpPr txBox="1">
            <a:spLocks noGrp="1"/>
          </p:cNvSpPr>
          <p:nvPr>
            <p:ph type="title"/>
          </p:nvPr>
        </p:nvSpPr>
        <p:spPr>
          <a:xfrm>
            <a:off x="98250" y="16350"/>
            <a:ext cx="8826600" cy="602700"/>
          </a:xfrm>
          <a:prstGeom prst="rect">
            <a:avLst/>
          </a:prstGeom>
        </p:spPr>
        <p:txBody>
          <a:bodyPr lIns="91425" tIns="91425" rIns="91425" bIns="91425" anchor="ctr" anchorCtr="0">
            <a:noAutofit/>
          </a:bodyPr>
          <a:lstStyle/>
          <a:p>
            <a:pPr lvl="0"/>
            <a:r>
              <a:rPr lang="en-US" sz="2200" dirty="0"/>
              <a:t>In this video, we’re going to take a look at…</a:t>
            </a:r>
            <a:endParaRPr lang="en" sz="2200" dirty="0"/>
          </a:p>
        </p:txBody>
      </p:sp>
      <p:sp>
        <p:nvSpPr>
          <p:cNvPr id="213" name="Shape 213"/>
          <p:cNvSpPr txBox="1">
            <a:spLocks noGrp="1"/>
          </p:cNvSpPr>
          <p:nvPr>
            <p:ph type="body" idx="4294967295"/>
          </p:nvPr>
        </p:nvSpPr>
        <p:spPr>
          <a:xfrm>
            <a:off x="208750" y="888475"/>
            <a:ext cx="8716200" cy="4023300"/>
          </a:xfrm>
          <a:prstGeom prst="rect">
            <a:avLst/>
          </a:prstGeom>
        </p:spPr>
        <p:txBody>
          <a:bodyPr lIns="91425" tIns="91425" rIns="91425" bIns="91425" anchor="t" anchorCtr="0">
            <a:noAutofit/>
          </a:bodyPr>
          <a:lstStyle/>
          <a:p>
            <a:pPr marL="457200" lvl="0" indent="-355600" rtl="0">
              <a:spcBef>
                <a:spcPts val="0"/>
              </a:spcBef>
              <a:buClr>
                <a:srgbClr val="434343"/>
              </a:buClr>
              <a:buSzPct val="100000"/>
              <a:buChar char="●"/>
            </a:pPr>
            <a:r>
              <a:rPr lang="en-US" sz="2000" dirty="0" smtClean="0">
                <a:solidFill>
                  <a:srgbClr val="434343"/>
                </a:solidFill>
              </a:rPr>
              <a:t>Listing items on disc</a:t>
            </a:r>
          </a:p>
          <a:p>
            <a:pPr marL="457200" lvl="0" indent="-355600" rtl="0">
              <a:spcBef>
                <a:spcPts val="0"/>
              </a:spcBef>
              <a:buClr>
                <a:srgbClr val="434343"/>
              </a:buClr>
              <a:buSzPct val="100000"/>
              <a:buChar char="●"/>
            </a:pPr>
            <a:r>
              <a:rPr lang="en-US" sz="2000" dirty="0" smtClean="0">
                <a:solidFill>
                  <a:srgbClr val="434343"/>
                </a:solidFill>
              </a:rPr>
              <a:t>Implementing </a:t>
            </a:r>
            <a:r>
              <a:rPr lang="en-US" sz="2000" smtClean="0">
                <a:solidFill>
                  <a:srgbClr val="434343"/>
                </a:solidFill>
              </a:rPr>
              <a:t>the </a:t>
            </a:r>
            <a:r>
              <a:rPr lang="en-US" sz="2000" b="1" i="1" smtClean="0">
                <a:solidFill>
                  <a:srgbClr val="434343"/>
                </a:solidFill>
              </a:rPr>
              <a:t>List</a:t>
            </a:r>
            <a:r>
              <a:rPr lang="en-US" sz="2000" smtClean="0">
                <a:solidFill>
                  <a:srgbClr val="434343"/>
                </a:solidFill>
              </a:rPr>
              <a:t> </a:t>
            </a:r>
            <a:r>
              <a:rPr lang="en-US" sz="2000" dirty="0" smtClean="0">
                <a:solidFill>
                  <a:srgbClr val="434343"/>
                </a:solidFill>
              </a:rPr>
              <a:t>command in our program</a:t>
            </a:r>
          </a:p>
        </p:txBody>
      </p:sp>
    </p:spTree>
    <p:extLst>
      <p:ext uri="{BB962C8B-B14F-4D97-AF65-F5344CB8AC3E}">
        <p14:creationId xmlns:p14="http://schemas.microsoft.com/office/powerpoint/2010/main" val="128586966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1"/>
        <p:cNvGrpSpPr/>
        <p:nvPr/>
      </p:nvGrpSpPr>
      <p:grpSpPr>
        <a:xfrm>
          <a:off x="0" y="0"/>
          <a:ext cx="0" cy="0"/>
          <a:chOff x="0" y="0"/>
          <a:chExt cx="0" cy="0"/>
        </a:xfrm>
      </p:grpSpPr>
      <p:sp>
        <p:nvSpPr>
          <p:cNvPr id="272" name="Shape 272"/>
          <p:cNvSpPr txBox="1">
            <a:spLocks noGrp="1"/>
          </p:cNvSpPr>
          <p:nvPr>
            <p:ph type="ctrTitle"/>
          </p:nvPr>
        </p:nvSpPr>
        <p:spPr>
          <a:xfrm>
            <a:off x="390525" y="1819275"/>
            <a:ext cx="8222100" cy="933600"/>
          </a:xfrm>
          <a:prstGeom prst="rect">
            <a:avLst/>
          </a:prstGeom>
        </p:spPr>
        <p:txBody>
          <a:bodyPr lIns="91425" tIns="91425" rIns="91425" bIns="91425" anchor="b" anchorCtr="0">
            <a:noAutofit/>
          </a:bodyPr>
          <a:lstStyle/>
          <a:p>
            <a:pPr lvl="0" rtl="0">
              <a:spcBef>
                <a:spcPts val="0"/>
              </a:spcBef>
              <a:buNone/>
            </a:pPr>
            <a:r>
              <a:rPr lang="en-US" dirty="0" smtClean="0"/>
              <a:t>Next Video</a:t>
            </a:r>
            <a:endParaRPr lang="en" dirty="0"/>
          </a:p>
        </p:txBody>
      </p:sp>
      <p:sp>
        <p:nvSpPr>
          <p:cNvPr id="273" name="Shape 273"/>
          <p:cNvSpPr txBox="1">
            <a:spLocks noGrp="1"/>
          </p:cNvSpPr>
          <p:nvPr>
            <p:ph type="subTitle" idx="1"/>
          </p:nvPr>
        </p:nvSpPr>
        <p:spPr>
          <a:xfrm>
            <a:off x="390525" y="2789130"/>
            <a:ext cx="8222100" cy="432900"/>
          </a:xfrm>
          <a:prstGeom prst="rect">
            <a:avLst/>
          </a:prstGeom>
        </p:spPr>
        <p:txBody>
          <a:bodyPr lIns="91425" tIns="91425" rIns="91425" bIns="91425" anchor="t" anchorCtr="0">
            <a:noAutofit/>
          </a:bodyPr>
          <a:lstStyle/>
          <a:p>
            <a:pPr lvl="0"/>
            <a:r>
              <a:rPr lang="en-US" smtClean="0"/>
              <a:t>Other commands</a:t>
            </a:r>
            <a:endParaRPr lang="en" dirty="0"/>
          </a:p>
        </p:txBody>
      </p:sp>
    </p:spTree>
  </p:cSld>
  <p:clrMapOvr>
    <a:masterClrMapping/>
  </p:clrMapOvr>
</p:sld>
</file>

<file path=ppt/theme/theme1.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Packt">
  <a:themeElements>
    <a:clrScheme name="Material">
      <a:dk1>
        <a:srgbClr val="4285F4"/>
      </a:dk1>
      <a:lt1>
        <a:srgbClr val="FFFFFF"/>
      </a:lt1>
      <a:dk2>
        <a:srgbClr val="424242"/>
      </a:dk2>
      <a:lt2>
        <a:srgbClr val="737373"/>
      </a:lt2>
      <a:accent1>
        <a:srgbClr val="0277BD"/>
      </a:accent1>
      <a:accent2>
        <a:srgbClr val="0F9D58"/>
      </a:accent2>
      <a:accent3>
        <a:srgbClr val="DB4437"/>
      </a:accent3>
      <a:accent4>
        <a:srgbClr val="FAFAFA"/>
      </a:accent4>
      <a:accent5>
        <a:srgbClr val="4FC3F7"/>
      </a:accent5>
      <a:accent6>
        <a:srgbClr val="F4B400"/>
      </a:accent6>
      <a:hlink>
        <a:srgbClr val="4FC3F7"/>
      </a:hlink>
      <a:folHlink>
        <a:srgbClr val="4FC3F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436</TotalTime>
  <Words>108</Words>
  <Application>Microsoft Macintosh PowerPoint</Application>
  <PresentationFormat>On-screen Show (16:9)</PresentationFormat>
  <Paragraphs>12</Paragraphs>
  <Slides>3</Slides>
  <Notes>3</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3</vt:i4>
      </vt:variant>
    </vt:vector>
  </HeadingPairs>
  <TitlesOfParts>
    <vt:vector size="9" baseType="lpstr">
      <vt:lpstr>Arial</vt:lpstr>
      <vt:lpstr>Calibri</vt:lpstr>
      <vt:lpstr>Roboto</vt:lpstr>
      <vt:lpstr>Wingdings</vt:lpstr>
      <vt:lpstr>Packt</vt:lpstr>
      <vt:lpstr>Packt</vt:lpstr>
      <vt:lpstr>Displaying our to-do list</vt:lpstr>
      <vt:lpstr>In this video, we’re going to take a look at…</vt:lpstr>
      <vt:lpstr>Next Video</vt:lpstr>
    </vt:vector>
  </TitlesOfParts>
  <LinksUpToDate>false</LinksUpToDate>
  <SharedDoc>false</SharedDoc>
  <HyperlinksChanged>false</HyperlinksChanged>
  <AppVersion>15.0033</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Subsection Title</dc:title>
  <cp:lastModifiedBy>Richard Cook</cp:lastModifiedBy>
  <cp:revision>82</cp:revision>
  <dcterms:modified xsi:type="dcterms:W3CDTF">2017-07-16T22:49:57Z</dcterms:modified>
</cp:coreProperties>
</file>