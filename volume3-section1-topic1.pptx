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90" r:id="rId1"/>
    <p:sldMasterId id="2147483691" r:id="rId2"/>
  </p:sldMasterIdLst>
  <p:notesMasterIdLst>
    <p:notesMasterId r:id="rId13"/>
  </p:notesMasterIdLst>
  <p:sldIdLst>
    <p:sldId id="276" r:id="rId3"/>
    <p:sldId id="270" r:id="rId4"/>
    <p:sldId id="271" r:id="rId5"/>
    <p:sldId id="258" r:id="rId6"/>
    <p:sldId id="272" r:id="rId7"/>
    <p:sldId id="273" r:id="rId8"/>
    <p:sldId id="277" r:id="rId9"/>
    <p:sldId id="278" r:id="rId10"/>
    <p:sldId id="279" r:id="rId11"/>
    <p:sldId id="269" r:id="rId12"/>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00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62220494-F72E-42EC-8C15-EB342598EB4E}">
  <a:tblStyle styleId="{62220494-F72E-42EC-8C15-EB342598EB4E}" styleName="Table_0">
    <a:wholeTbl>
      <a:tcStyle>
        <a:tcBdr>
          <a:left>
            <a:ln w="9525" cap="flat" cmpd="sng">
              <a:solidFill>
                <a:srgbClr val="9E9E9E"/>
              </a:solidFill>
              <a:prstDash val="solid"/>
              <a:round/>
              <a:headEnd type="none" w="med" len="med"/>
              <a:tailEnd type="none" w="med" len="med"/>
            </a:ln>
          </a:left>
          <a:right>
            <a:ln w="9525" cap="flat" cmpd="sng">
              <a:solidFill>
                <a:srgbClr val="9E9E9E"/>
              </a:solidFill>
              <a:prstDash val="solid"/>
              <a:round/>
              <a:headEnd type="none" w="med" len="med"/>
              <a:tailEnd type="none" w="med" len="med"/>
            </a:ln>
          </a:right>
          <a:top>
            <a:ln w="9525" cap="flat" cmpd="sng">
              <a:solidFill>
                <a:srgbClr val="9E9E9E"/>
              </a:solidFill>
              <a:prstDash val="solid"/>
              <a:round/>
              <a:headEnd type="none" w="med" len="med"/>
              <a:tailEnd type="none" w="med" len="med"/>
            </a:ln>
          </a:top>
          <a:bottom>
            <a:ln w="9525" cap="flat" cmpd="sng">
              <a:solidFill>
                <a:srgbClr val="9E9E9E"/>
              </a:solidFill>
              <a:prstDash val="solid"/>
              <a:round/>
              <a:headEnd type="none" w="med" len="med"/>
              <a:tailEnd type="none" w="med" len="med"/>
            </a:ln>
          </a:bottom>
          <a:insideH>
            <a:ln w="9525" cap="flat" cmpd="sng">
              <a:solidFill>
                <a:srgbClr val="9E9E9E"/>
              </a:solidFill>
              <a:prstDash val="solid"/>
              <a:round/>
              <a:headEnd type="none" w="med" len="med"/>
              <a:tailEnd type="none" w="med" len="med"/>
            </a:ln>
          </a:insideH>
          <a:insideV>
            <a:ln w="9525" cap="flat" cmpd="sng">
              <a:solidFill>
                <a:srgbClr val="9E9E9E"/>
              </a:solidFill>
              <a:prstDash val="solid"/>
              <a:round/>
              <a:headEnd type="none" w="med" len="med"/>
              <a:tailEnd type="none" w="med" len="med"/>
            </a:ln>
          </a:insideV>
        </a:tcBdr>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431"/>
    <p:restoredTop sz="77812" autoAdjust="0"/>
  </p:normalViewPr>
  <p:slideViewPr>
    <p:cSldViewPr>
      <p:cViewPr varScale="1">
        <p:scale>
          <a:sx n="76" d="100"/>
          <a:sy n="76" d="100"/>
        </p:scale>
        <p:origin x="816" y="56"/>
      </p:cViewPr>
      <p:guideLst>
        <p:guide orient="horz" pos="1620"/>
        <p:guide pos="2880"/>
      </p:guideLst>
    </p:cSldViewPr>
  </p:slid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notesMaster" Target="notesMasters/notesMaster1.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viewProps" Target="viewProps.xml"/><Relationship Id="rId10" Type="http://schemas.openxmlformats.org/officeDocument/2006/relationships/slide" Target="slides/slide8.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Shape 3"/>
          <p:cNvSpPr>
            <a:spLocks noGrp="1" noRot="1" noChangeAspect="1"/>
          </p:cNvSpPr>
          <p:nvPr>
            <p:ph type="sldImg" idx="2"/>
          </p:nvPr>
        </p:nvSpPr>
        <p:spPr>
          <a:xfrm>
            <a:off x="381300" y="685800"/>
            <a:ext cx="6096075"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4" name="Shape 4"/>
          <p:cNvSpPr txBox="1">
            <a:spLocks noGrp="1"/>
          </p:cNvSpPr>
          <p:nvPr>
            <p:ph type="body" idx="1"/>
          </p:nvPr>
        </p:nvSpPr>
        <p:spPr>
          <a:xfrm>
            <a:off x="685800" y="4343400"/>
            <a:ext cx="5486399" cy="4114800"/>
          </a:xfrm>
          <a:prstGeom prst="rect">
            <a:avLst/>
          </a:prstGeom>
          <a:noFill/>
          <a:ln>
            <a:noFill/>
          </a:ln>
        </p:spPr>
        <p:txBody>
          <a:bodyPr lIns="91425" tIns="91425" rIns="91425" bIns="91425" anchor="t" anchorCtr="0"/>
          <a:lstStyle>
            <a:lvl1pPr lvl="0">
              <a:spcBef>
                <a:spcPts val="0"/>
              </a:spcBef>
              <a:defRPr sz="1100"/>
            </a:lvl1pPr>
            <a:lvl2pPr lvl="1">
              <a:spcBef>
                <a:spcPts val="0"/>
              </a:spcBef>
              <a:defRPr sz="1100"/>
            </a:lvl2pPr>
            <a:lvl3pPr lvl="2">
              <a:spcBef>
                <a:spcPts val="0"/>
              </a:spcBef>
              <a:defRPr sz="1100"/>
            </a:lvl3pPr>
            <a:lvl4pPr lvl="3">
              <a:spcBef>
                <a:spcPts val="0"/>
              </a:spcBef>
              <a:defRPr sz="1100"/>
            </a:lvl4pPr>
            <a:lvl5pPr lvl="4">
              <a:spcBef>
                <a:spcPts val="0"/>
              </a:spcBef>
              <a:defRPr sz="1100"/>
            </a:lvl5pPr>
            <a:lvl6pPr lvl="5">
              <a:spcBef>
                <a:spcPts val="0"/>
              </a:spcBef>
              <a:defRPr sz="1100"/>
            </a:lvl6pPr>
            <a:lvl7pPr lvl="6">
              <a:spcBef>
                <a:spcPts val="0"/>
              </a:spcBef>
              <a:defRPr sz="1100"/>
            </a:lvl7pPr>
            <a:lvl8pPr lvl="7">
              <a:spcBef>
                <a:spcPts val="0"/>
              </a:spcBef>
              <a:defRPr sz="1100"/>
            </a:lvl8pPr>
            <a:lvl9pPr lvl="8">
              <a:spcBef>
                <a:spcPts val="0"/>
              </a:spcBef>
              <a:defRPr sz="1100"/>
            </a:lvl9pPr>
          </a:lstStyle>
          <a:p>
            <a:endParaRPr/>
          </a:p>
        </p:txBody>
      </p:sp>
    </p:spTree>
  </p:cSld>
  <p:clrMap bg1="lt1" tx1="dk1" bg2="dk2" tx2="lt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9"/>
        <p:cNvGrpSpPr/>
        <p:nvPr/>
      </p:nvGrpSpPr>
      <p:grpSpPr>
        <a:xfrm>
          <a:off x="0" y="0"/>
          <a:ext cx="0" cy="0"/>
          <a:chOff x="0" y="0"/>
          <a:chExt cx="0" cy="0"/>
        </a:xfrm>
      </p:grpSpPr>
      <p:sp>
        <p:nvSpPr>
          <p:cNvPr id="170" name="Shape 170"/>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171" name="Shape 171"/>
          <p:cNvSpPr txBox="1">
            <a:spLocks noGrp="1"/>
          </p:cNvSpPr>
          <p:nvPr>
            <p:ph type="body" idx="1"/>
          </p:nvPr>
        </p:nvSpPr>
        <p:spPr>
          <a:xfrm>
            <a:off x="685800" y="4343400"/>
            <a:ext cx="5486400" cy="4114800"/>
          </a:xfrm>
          <a:prstGeom prst="rect">
            <a:avLst/>
          </a:prstGeom>
        </p:spPr>
        <p:txBody>
          <a:bodyPr lIns="91425" tIns="91425" rIns="91425" bIns="91425" anchor="t" anchorCtr="0">
            <a:noAutofit/>
          </a:bodyPr>
          <a:lstStyle/>
          <a:p>
            <a:pPr lvl="0" rtl="0">
              <a:spcBef>
                <a:spcPts val="0"/>
              </a:spcBef>
              <a:buNone/>
            </a:pPr>
            <a:r>
              <a:rPr lang="en-US" dirty="0"/>
              <a:t>The name of</a:t>
            </a:r>
            <a:r>
              <a:rPr lang="en-US" baseline="0" dirty="0"/>
              <a:t> the section would be mentioned here.</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
        <p:cNvGrpSpPr/>
        <p:nvPr/>
      </p:nvGrpSpPr>
      <p:grpSpPr>
        <a:xfrm>
          <a:off x="0" y="0"/>
          <a:ext cx="0" cy="0"/>
          <a:chOff x="0" y="0"/>
          <a:chExt cx="0" cy="0"/>
        </a:xfrm>
      </p:grpSpPr>
      <p:sp>
        <p:nvSpPr>
          <p:cNvPr id="175" name="Shape 175"/>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176" name="Shape 176"/>
          <p:cNvSpPr txBox="1">
            <a:spLocks noGrp="1"/>
          </p:cNvSpPr>
          <p:nvPr>
            <p:ph type="body" idx="1"/>
          </p:nvPr>
        </p:nvSpPr>
        <p:spPr>
          <a:xfrm>
            <a:off x="685800" y="4343400"/>
            <a:ext cx="5486400" cy="4114800"/>
          </a:xfrm>
          <a:prstGeom prst="rect">
            <a:avLst/>
          </a:prstGeom>
        </p:spPr>
        <p:txBody>
          <a:bodyPr lIns="91425" tIns="91425" rIns="91425" bIns="91425" anchor="t" anchorCtr="0">
            <a:noAutofit/>
          </a:bodyPr>
          <a:lstStyle/>
          <a:p>
            <a:pPr lvl="0" rtl="0">
              <a:spcBef>
                <a:spcPts val="0"/>
              </a:spcBef>
              <a:buNone/>
            </a:pPr>
            <a:r>
              <a:rPr lang="en-US" dirty="0"/>
              <a:t>[Mandatory</a:t>
            </a:r>
            <a:r>
              <a:rPr lang="en-US" baseline="0" dirty="0"/>
              <a:t> Slide]</a:t>
            </a:r>
          </a:p>
          <a:p>
            <a:pPr lvl="0" rtl="0">
              <a:spcBef>
                <a:spcPts val="0"/>
              </a:spcBef>
              <a:buNone/>
            </a:pPr>
            <a:r>
              <a:rPr lang="en-US" dirty="0"/>
              <a:t>This is a sort of a road map to</a:t>
            </a:r>
            <a:r>
              <a:rPr lang="en-US" baseline="0" dirty="0"/>
              <a:t> get introduced to the topics of the section and their title. Instead of putting them as straight bullets, we can show a learning path.</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
        <p:cNvGrpSpPr/>
        <p:nvPr/>
      </p:nvGrpSpPr>
      <p:grpSpPr>
        <a:xfrm>
          <a:off x="0" y="0"/>
          <a:ext cx="0" cy="0"/>
          <a:chOff x="0" y="0"/>
          <a:chExt cx="0" cy="0"/>
        </a:xfrm>
      </p:grpSpPr>
      <p:sp>
        <p:nvSpPr>
          <p:cNvPr id="164" name="Shape 164"/>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165" name="Shape 165"/>
          <p:cNvSpPr txBox="1">
            <a:spLocks noGrp="1"/>
          </p:cNvSpPr>
          <p:nvPr>
            <p:ph type="body" idx="1"/>
          </p:nvPr>
        </p:nvSpPr>
        <p:spPr>
          <a:xfrm>
            <a:off x="685800" y="4343400"/>
            <a:ext cx="5486400" cy="4114800"/>
          </a:xfrm>
          <a:prstGeom prst="rect">
            <a:avLst/>
          </a:prstGeom>
        </p:spPr>
        <p:txBody>
          <a:bodyPr lIns="91425" tIns="91425" rIns="91425" bIns="91425" anchor="t" anchorCtr="0">
            <a:noAutofit/>
          </a:bodyPr>
          <a:lstStyle/>
          <a:p>
            <a:pPr lvl="0" rtl="0">
              <a:spcBef>
                <a:spcPts val="0"/>
              </a:spcBef>
              <a:buNone/>
            </a:pPr>
            <a:r>
              <a:rPr lang="en-US" dirty="0"/>
              <a:t>[Mandatory Slide]</a:t>
            </a:r>
            <a:br>
              <a:rPr lang="en-US" dirty="0"/>
            </a:br>
            <a:r>
              <a:rPr lang="en-US" dirty="0"/>
              <a:t>This would be the introduction slide</a:t>
            </a:r>
            <a:r>
              <a:rPr lang="en-US" baseline="0" dirty="0"/>
              <a:t> of the topic that you are covering in this subsection.</a:t>
            </a:r>
          </a:p>
          <a:p>
            <a:pPr lvl="0" rtl="0">
              <a:spcBef>
                <a:spcPts val="0"/>
              </a:spcBef>
              <a:buNone/>
            </a:pPr>
            <a:r>
              <a:rPr lang="en-US" baseline="0" dirty="0"/>
              <a:t>When this slide plays, you could talk about the main aim that we’d be covering in this video.</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8"/>
        <p:cNvGrpSpPr/>
        <p:nvPr/>
      </p:nvGrpSpPr>
      <p:grpSpPr>
        <a:xfrm>
          <a:off x="0" y="0"/>
          <a:ext cx="0" cy="0"/>
          <a:chOff x="0" y="0"/>
          <a:chExt cx="0" cy="0"/>
        </a:xfrm>
      </p:grpSpPr>
      <p:sp>
        <p:nvSpPr>
          <p:cNvPr id="209" name="Shape 209"/>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210" name="Shape 210"/>
          <p:cNvSpPr txBox="1">
            <a:spLocks noGrp="1"/>
          </p:cNvSpPr>
          <p:nvPr>
            <p:ph type="body" idx="1"/>
          </p:nvPr>
        </p:nvSpPr>
        <p:spPr>
          <a:xfrm>
            <a:off x="685800" y="4343400"/>
            <a:ext cx="5486400" cy="4114800"/>
          </a:xfrm>
          <a:prstGeom prst="rect">
            <a:avLst/>
          </a:prstGeom>
        </p:spPr>
        <p:txBody>
          <a:bodyPr lIns="91425" tIns="91425" rIns="91425" bIns="91425" anchor="t" anchorCtr="0">
            <a:noAutofit/>
          </a:bodyPr>
          <a:lstStyle/>
          <a:p>
            <a:pPr lvl="0" rtl="0">
              <a:spcBef>
                <a:spcPts val="0"/>
              </a:spcBef>
              <a:buNone/>
            </a:pPr>
            <a:r>
              <a:rPr lang="en-US" dirty="0"/>
              <a:t>This slide, like mentioned above is for multiple pointers. The information above covers the types</a:t>
            </a:r>
            <a:r>
              <a:rPr lang="en-US" baseline="0" dirty="0"/>
              <a:t> of information that can be used in this slide</a:t>
            </a:r>
            <a:endParaRPr lang="en-US" dirty="0"/>
          </a:p>
          <a:p>
            <a:pPr lvl="0" rtl="0">
              <a:spcBef>
                <a:spcPts val="0"/>
              </a:spcBef>
              <a:buNone/>
            </a:pPr>
            <a:endParaRPr lang="en-US" dirty="0"/>
          </a:p>
        </p:txBody>
      </p:sp>
    </p:spTree>
    <p:extLst>
      <p:ext uri="{BB962C8B-B14F-4D97-AF65-F5344CB8AC3E}">
        <p14:creationId xmlns:p14="http://schemas.microsoft.com/office/powerpoint/2010/main" val="77127598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8"/>
        <p:cNvGrpSpPr/>
        <p:nvPr/>
      </p:nvGrpSpPr>
      <p:grpSpPr>
        <a:xfrm>
          <a:off x="0" y="0"/>
          <a:ext cx="0" cy="0"/>
          <a:chOff x="0" y="0"/>
          <a:chExt cx="0" cy="0"/>
        </a:xfrm>
      </p:grpSpPr>
      <p:sp>
        <p:nvSpPr>
          <p:cNvPr id="209" name="Shape 209"/>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210" name="Shape 210"/>
          <p:cNvSpPr txBox="1">
            <a:spLocks noGrp="1"/>
          </p:cNvSpPr>
          <p:nvPr>
            <p:ph type="body" idx="1"/>
          </p:nvPr>
        </p:nvSpPr>
        <p:spPr>
          <a:xfrm>
            <a:off x="685800" y="4343400"/>
            <a:ext cx="5486400" cy="4114800"/>
          </a:xfrm>
          <a:prstGeom prst="rect">
            <a:avLst/>
          </a:prstGeom>
        </p:spPr>
        <p:txBody>
          <a:bodyPr lIns="91425" tIns="91425" rIns="91425" bIns="91425" anchor="t" anchorCtr="0">
            <a:noAutofit/>
          </a:bodyPr>
          <a:lstStyle/>
          <a:p>
            <a:pPr lvl="0" rtl="0">
              <a:spcBef>
                <a:spcPts val="0"/>
              </a:spcBef>
              <a:buNone/>
            </a:pPr>
            <a:r>
              <a:rPr lang="en-US" dirty="0"/>
              <a:t>This slide, like mentioned above is for multiple pointers. The information above covers the types</a:t>
            </a:r>
            <a:r>
              <a:rPr lang="en-US" baseline="0" dirty="0"/>
              <a:t> of information that can be used in this slide</a:t>
            </a:r>
            <a:endParaRPr lang="en-US" dirty="0"/>
          </a:p>
          <a:p>
            <a:pPr lvl="0" rtl="0">
              <a:spcBef>
                <a:spcPts val="0"/>
              </a:spcBef>
              <a:buNone/>
            </a:pPr>
            <a:endParaRPr lang="en-US" dirty="0"/>
          </a:p>
        </p:txBody>
      </p:sp>
    </p:spTree>
    <p:extLst>
      <p:ext uri="{BB962C8B-B14F-4D97-AF65-F5344CB8AC3E}">
        <p14:creationId xmlns:p14="http://schemas.microsoft.com/office/powerpoint/2010/main" val="174061175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8"/>
        <p:cNvGrpSpPr/>
        <p:nvPr/>
      </p:nvGrpSpPr>
      <p:grpSpPr>
        <a:xfrm>
          <a:off x="0" y="0"/>
          <a:ext cx="0" cy="0"/>
          <a:chOff x="0" y="0"/>
          <a:chExt cx="0" cy="0"/>
        </a:xfrm>
      </p:grpSpPr>
      <p:sp>
        <p:nvSpPr>
          <p:cNvPr id="209" name="Shape 209"/>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210" name="Shape 210"/>
          <p:cNvSpPr txBox="1">
            <a:spLocks noGrp="1"/>
          </p:cNvSpPr>
          <p:nvPr>
            <p:ph type="body" idx="1"/>
          </p:nvPr>
        </p:nvSpPr>
        <p:spPr>
          <a:xfrm>
            <a:off x="685800" y="4343400"/>
            <a:ext cx="5486400" cy="4114800"/>
          </a:xfrm>
          <a:prstGeom prst="rect">
            <a:avLst/>
          </a:prstGeom>
        </p:spPr>
        <p:txBody>
          <a:bodyPr lIns="91425" tIns="91425" rIns="91425" bIns="91425" anchor="t" anchorCtr="0">
            <a:noAutofit/>
          </a:bodyPr>
          <a:lstStyle/>
          <a:p>
            <a:pPr lvl="0" rtl="0">
              <a:spcBef>
                <a:spcPts val="0"/>
              </a:spcBef>
              <a:buNone/>
            </a:pPr>
            <a:r>
              <a:rPr lang="en-US" dirty="0"/>
              <a:t>This slide, like mentioned above is for multiple pointers. The information above covers the types</a:t>
            </a:r>
            <a:r>
              <a:rPr lang="en-US" baseline="0" dirty="0"/>
              <a:t> of information that can be used in this slide</a:t>
            </a:r>
            <a:endParaRPr lang="en-US" dirty="0"/>
          </a:p>
          <a:p>
            <a:pPr lvl="0" rtl="0">
              <a:spcBef>
                <a:spcPts val="0"/>
              </a:spcBef>
              <a:buNone/>
            </a:pPr>
            <a:endParaRPr lang="en-US" dirty="0"/>
          </a:p>
        </p:txBody>
      </p:sp>
    </p:spTree>
    <p:extLst>
      <p:ext uri="{BB962C8B-B14F-4D97-AF65-F5344CB8AC3E}">
        <p14:creationId xmlns:p14="http://schemas.microsoft.com/office/powerpoint/2010/main" val="96737800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8"/>
        <p:cNvGrpSpPr/>
        <p:nvPr/>
      </p:nvGrpSpPr>
      <p:grpSpPr>
        <a:xfrm>
          <a:off x="0" y="0"/>
          <a:ext cx="0" cy="0"/>
          <a:chOff x="0" y="0"/>
          <a:chExt cx="0" cy="0"/>
        </a:xfrm>
      </p:grpSpPr>
      <p:sp>
        <p:nvSpPr>
          <p:cNvPr id="209" name="Shape 209"/>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210" name="Shape 210"/>
          <p:cNvSpPr txBox="1">
            <a:spLocks noGrp="1"/>
          </p:cNvSpPr>
          <p:nvPr>
            <p:ph type="body" idx="1"/>
          </p:nvPr>
        </p:nvSpPr>
        <p:spPr>
          <a:xfrm>
            <a:off x="685800" y="4343400"/>
            <a:ext cx="5486400" cy="4114800"/>
          </a:xfrm>
          <a:prstGeom prst="rect">
            <a:avLst/>
          </a:prstGeom>
        </p:spPr>
        <p:txBody>
          <a:bodyPr lIns="91425" tIns="91425" rIns="91425" bIns="91425" anchor="t" anchorCtr="0">
            <a:noAutofit/>
          </a:bodyPr>
          <a:lstStyle/>
          <a:p>
            <a:pPr lvl="0" rtl="0">
              <a:spcBef>
                <a:spcPts val="0"/>
              </a:spcBef>
              <a:buNone/>
            </a:pPr>
            <a:r>
              <a:rPr lang="en-US" dirty="0"/>
              <a:t>This slide, like mentioned above is for multiple pointers. The information above covers the types</a:t>
            </a:r>
            <a:r>
              <a:rPr lang="en-US" baseline="0" dirty="0"/>
              <a:t> of information that can be used in this slide</a:t>
            </a:r>
            <a:endParaRPr lang="en-US" dirty="0"/>
          </a:p>
          <a:p>
            <a:pPr lvl="0" rtl="0">
              <a:spcBef>
                <a:spcPts val="0"/>
              </a:spcBef>
              <a:buNone/>
            </a:pPr>
            <a:endParaRPr lang="en-US" dirty="0"/>
          </a:p>
        </p:txBody>
      </p:sp>
    </p:spTree>
    <p:extLst>
      <p:ext uri="{BB962C8B-B14F-4D97-AF65-F5344CB8AC3E}">
        <p14:creationId xmlns:p14="http://schemas.microsoft.com/office/powerpoint/2010/main" val="35503602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8"/>
        <p:cNvGrpSpPr/>
        <p:nvPr/>
      </p:nvGrpSpPr>
      <p:grpSpPr>
        <a:xfrm>
          <a:off x="0" y="0"/>
          <a:ext cx="0" cy="0"/>
          <a:chOff x="0" y="0"/>
          <a:chExt cx="0" cy="0"/>
        </a:xfrm>
      </p:grpSpPr>
      <p:sp>
        <p:nvSpPr>
          <p:cNvPr id="209" name="Shape 209"/>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210" name="Shape 210"/>
          <p:cNvSpPr txBox="1">
            <a:spLocks noGrp="1"/>
          </p:cNvSpPr>
          <p:nvPr>
            <p:ph type="body" idx="1"/>
          </p:nvPr>
        </p:nvSpPr>
        <p:spPr>
          <a:xfrm>
            <a:off x="685800" y="4343400"/>
            <a:ext cx="5486400" cy="4114800"/>
          </a:xfrm>
          <a:prstGeom prst="rect">
            <a:avLst/>
          </a:prstGeom>
        </p:spPr>
        <p:txBody>
          <a:bodyPr lIns="91425" tIns="91425" rIns="91425" bIns="91425" anchor="t" anchorCtr="0">
            <a:noAutofit/>
          </a:bodyPr>
          <a:lstStyle/>
          <a:p>
            <a:pPr lvl="0" rtl="0">
              <a:spcBef>
                <a:spcPts val="0"/>
              </a:spcBef>
              <a:buNone/>
            </a:pPr>
            <a:r>
              <a:rPr lang="en-US" dirty="0"/>
              <a:t>This slide, like mentioned above is for multiple pointers. The information above covers the types</a:t>
            </a:r>
            <a:r>
              <a:rPr lang="en-US" baseline="0" dirty="0"/>
              <a:t> of information that can be used in this slide</a:t>
            </a:r>
            <a:endParaRPr lang="en-US" dirty="0"/>
          </a:p>
          <a:p>
            <a:pPr lvl="0" rtl="0">
              <a:spcBef>
                <a:spcPts val="0"/>
              </a:spcBef>
              <a:buNone/>
            </a:pPr>
            <a:endParaRPr lang="en-US" dirty="0"/>
          </a:p>
        </p:txBody>
      </p:sp>
    </p:spTree>
    <p:extLst>
      <p:ext uri="{BB962C8B-B14F-4D97-AF65-F5344CB8AC3E}">
        <p14:creationId xmlns:p14="http://schemas.microsoft.com/office/powerpoint/2010/main" val="144428624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8"/>
        <p:cNvGrpSpPr/>
        <p:nvPr/>
      </p:nvGrpSpPr>
      <p:grpSpPr>
        <a:xfrm>
          <a:off x="0" y="0"/>
          <a:ext cx="0" cy="0"/>
          <a:chOff x="0" y="0"/>
          <a:chExt cx="0" cy="0"/>
        </a:xfrm>
      </p:grpSpPr>
      <p:sp>
        <p:nvSpPr>
          <p:cNvPr id="269" name="Shape 269"/>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270" name="Shape 270"/>
          <p:cNvSpPr txBox="1">
            <a:spLocks noGrp="1"/>
          </p:cNvSpPr>
          <p:nvPr>
            <p:ph type="body" idx="1"/>
          </p:nvPr>
        </p:nvSpPr>
        <p:spPr>
          <a:xfrm>
            <a:off x="685800" y="4343400"/>
            <a:ext cx="5486400" cy="4114800"/>
          </a:xfrm>
          <a:prstGeom prst="rect">
            <a:avLst/>
          </a:prstGeom>
        </p:spPr>
        <p:txBody>
          <a:bodyPr lIns="91425" tIns="91425" rIns="91425" bIns="91425" anchor="t" anchorCtr="0">
            <a:noAutofit/>
          </a:bodyPr>
          <a:lstStyle/>
          <a:p>
            <a:pPr lvl="0" rtl="0">
              <a:spcBef>
                <a:spcPts val="0"/>
              </a:spcBef>
              <a:buNone/>
            </a:pPr>
            <a:r>
              <a:rPr lang="en-US" dirty="0"/>
              <a:t>[Mandatory Slide]</a:t>
            </a:r>
          </a:p>
          <a:p>
            <a:pPr lvl="0" rtl="0">
              <a:spcBef>
                <a:spcPts val="0"/>
              </a:spcBef>
              <a:buNone/>
            </a:pPr>
            <a:r>
              <a:rPr lang="en-US" b="0" dirty="0"/>
              <a:t>Here</a:t>
            </a:r>
            <a:r>
              <a:rPr lang="en-US" b="0" baseline="0" dirty="0"/>
              <a:t> the name of the next video needs to be mentioned. The narration as you guessed it would be just letting the viewer know exactly where we are at and what we’d be taking over next! </a:t>
            </a:r>
            <a:r>
              <a:rPr lang="en-US" b="0" baseline="0">
                <a:sym typeface="Wingdings" pitchFamily="2" charset="2"/>
              </a:rPr>
              <a:t></a:t>
            </a:r>
            <a:endParaRPr b="0"/>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Course Title">
    <p:spTree>
      <p:nvGrpSpPr>
        <p:cNvPr id="1" name="Shape 9"/>
        <p:cNvGrpSpPr/>
        <p:nvPr/>
      </p:nvGrpSpPr>
      <p:grpSpPr>
        <a:xfrm>
          <a:off x="0" y="0"/>
          <a:ext cx="0" cy="0"/>
          <a:chOff x="0" y="0"/>
          <a:chExt cx="0" cy="0"/>
        </a:xfrm>
      </p:grpSpPr>
      <p:sp>
        <p:nvSpPr>
          <p:cNvPr id="10" name="Shape 10"/>
          <p:cNvSpPr txBox="1">
            <a:spLocks noGrp="1"/>
          </p:cNvSpPr>
          <p:nvPr>
            <p:ph type="title"/>
          </p:nvPr>
        </p:nvSpPr>
        <p:spPr>
          <a:xfrm>
            <a:off x="390525" y="2803825"/>
            <a:ext cx="8222100" cy="573300"/>
          </a:xfrm>
          <a:prstGeom prst="rect">
            <a:avLst/>
          </a:prstGeom>
        </p:spPr>
        <p:txBody>
          <a:bodyPr lIns="91425" tIns="91425" rIns="91425" bIns="91425" anchor="b" anchorCtr="0"/>
          <a:lstStyle>
            <a:lvl1pPr lvl="0" rtl="0">
              <a:spcBef>
                <a:spcPts val="0"/>
              </a:spcBef>
              <a:buNone/>
              <a:defRPr sz="2600"/>
            </a:lvl1pPr>
            <a:lvl2pPr lvl="1" rtl="0">
              <a:spcBef>
                <a:spcPts val="0"/>
              </a:spcBef>
              <a:buNone/>
              <a:defRPr/>
            </a:lvl2pPr>
            <a:lvl3pPr lvl="2" rtl="0">
              <a:spcBef>
                <a:spcPts val="0"/>
              </a:spcBef>
              <a:buNone/>
              <a:defRPr/>
            </a:lvl3pPr>
            <a:lvl4pPr lvl="3" rtl="0">
              <a:spcBef>
                <a:spcPts val="0"/>
              </a:spcBef>
              <a:buNone/>
              <a:defRPr/>
            </a:lvl4pPr>
            <a:lvl5pPr lvl="4" rtl="0">
              <a:spcBef>
                <a:spcPts val="0"/>
              </a:spcBef>
              <a:buNone/>
              <a:defRPr/>
            </a:lvl5pPr>
            <a:lvl6pPr lvl="5" rtl="0">
              <a:spcBef>
                <a:spcPts val="0"/>
              </a:spcBef>
              <a:buNone/>
              <a:defRPr/>
            </a:lvl6pPr>
            <a:lvl7pPr lvl="6" rtl="0">
              <a:spcBef>
                <a:spcPts val="0"/>
              </a:spcBef>
              <a:buNone/>
              <a:defRPr/>
            </a:lvl7pPr>
            <a:lvl8pPr lvl="7" rtl="0">
              <a:spcBef>
                <a:spcPts val="0"/>
              </a:spcBef>
              <a:buNone/>
              <a:defRPr/>
            </a:lvl8pPr>
            <a:lvl9pPr lvl="8" rtl="0">
              <a:spcBef>
                <a:spcPts val="0"/>
              </a:spcBef>
              <a:buNone/>
              <a:defRPr/>
            </a:lvl9pPr>
          </a:lstStyle>
          <a:p>
            <a:endParaRPr/>
          </a:p>
        </p:txBody>
      </p:sp>
      <p:pic>
        <p:nvPicPr>
          <p:cNvPr id="11" name="Shape 11" descr="Packt-Logo-white.png"/>
          <p:cNvPicPr preferRelativeResize="0"/>
          <p:nvPr/>
        </p:nvPicPr>
        <p:blipFill>
          <a:blip r:embed="rId2">
            <a:alphaModFix/>
          </a:blip>
          <a:stretch>
            <a:fillRect/>
          </a:stretch>
        </p:blipFill>
        <p:spPr>
          <a:xfrm>
            <a:off x="112750" y="1477730"/>
            <a:ext cx="3382881" cy="1616669"/>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Section and Subsection Title">
    <p:spTree>
      <p:nvGrpSpPr>
        <p:cNvPr id="1" name="Shape 12"/>
        <p:cNvGrpSpPr/>
        <p:nvPr/>
      </p:nvGrpSpPr>
      <p:grpSpPr>
        <a:xfrm>
          <a:off x="0" y="0"/>
          <a:ext cx="0" cy="0"/>
          <a:chOff x="0" y="0"/>
          <a:chExt cx="0" cy="0"/>
        </a:xfrm>
      </p:grpSpPr>
      <p:sp>
        <p:nvSpPr>
          <p:cNvPr id="13" name="Shape 13"/>
          <p:cNvSpPr txBox="1">
            <a:spLocks noGrp="1"/>
          </p:cNvSpPr>
          <p:nvPr>
            <p:ph type="ctrTitle"/>
          </p:nvPr>
        </p:nvSpPr>
        <p:spPr>
          <a:xfrm>
            <a:off x="390525" y="1819275"/>
            <a:ext cx="8222100" cy="933600"/>
          </a:xfrm>
          <a:prstGeom prst="rect">
            <a:avLst/>
          </a:prstGeom>
        </p:spPr>
        <p:txBody>
          <a:bodyPr lIns="91425" tIns="91425" rIns="91425" bIns="91425" anchor="b" anchorCtr="0"/>
          <a:lstStyle>
            <a:lvl1pPr lvl="0" rtl="0">
              <a:spcBef>
                <a:spcPts val="0"/>
              </a:spcBef>
              <a:buSzPct val="100000"/>
              <a:buFont typeface="Calibri"/>
              <a:defRPr sz="4800">
                <a:latin typeface="Calibri"/>
                <a:ea typeface="Calibri"/>
                <a:cs typeface="Calibri"/>
                <a:sym typeface="Calibri"/>
              </a:defRPr>
            </a:lvl1pPr>
            <a:lvl2pPr lvl="1" rtl="0">
              <a:spcBef>
                <a:spcPts val="0"/>
              </a:spcBef>
              <a:buSzPct val="100000"/>
              <a:defRPr sz="4800"/>
            </a:lvl2pPr>
            <a:lvl3pPr lvl="2" rtl="0">
              <a:spcBef>
                <a:spcPts val="0"/>
              </a:spcBef>
              <a:buSzPct val="100000"/>
              <a:defRPr sz="4800"/>
            </a:lvl3pPr>
            <a:lvl4pPr lvl="3" rtl="0">
              <a:spcBef>
                <a:spcPts val="0"/>
              </a:spcBef>
              <a:buSzPct val="100000"/>
              <a:defRPr sz="4800"/>
            </a:lvl4pPr>
            <a:lvl5pPr lvl="4" rtl="0">
              <a:spcBef>
                <a:spcPts val="0"/>
              </a:spcBef>
              <a:buSzPct val="100000"/>
              <a:defRPr sz="4800"/>
            </a:lvl5pPr>
            <a:lvl6pPr lvl="5" rtl="0">
              <a:spcBef>
                <a:spcPts val="0"/>
              </a:spcBef>
              <a:buSzPct val="100000"/>
              <a:defRPr sz="4800"/>
            </a:lvl6pPr>
            <a:lvl7pPr lvl="6" rtl="0">
              <a:spcBef>
                <a:spcPts val="0"/>
              </a:spcBef>
              <a:buSzPct val="100000"/>
              <a:defRPr sz="4800"/>
            </a:lvl7pPr>
            <a:lvl8pPr lvl="7" rtl="0">
              <a:spcBef>
                <a:spcPts val="0"/>
              </a:spcBef>
              <a:buSzPct val="100000"/>
              <a:defRPr sz="4800"/>
            </a:lvl8pPr>
            <a:lvl9pPr lvl="8" rtl="0">
              <a:spcBef>
                <a:spcPts val="0"/>
              </a:spcBef>
              <a:buSzPct val="100000"/>
              <a:defRPr sz="4800"/>
            </a:lvl9pPr>
          </a:lstStyle>
          <a:p>
            <a:endParaRPr/>
          </a:p>
        </p:txBody>
      </p:sp>
      <p:sp>
        <p:nvSpPr>
          <p:cNvPr id="14" name="Shape 14"/>
          <p:cNvSpPr txBox="1">
            <a:spLocks noGrp="1"/>
          </p:cNvSpPr>
          <p:nvPr>
            <p:ph type="subTitle" idx="1"/>
          </p:nvPr>
        </p:nvSpPr>
        <p:spPr>
          <a:xfrm>
            <a:off x="390525" y="2789130"/>
            <a:ext cx="8222100" cy="432900"/>
          </a:xfrm>
          <a:prstGeom prst="rect">
            <a:avLst/>
          </a:prstGeom>
        </p:spPr>
        <p:txBody>
          <a:bodyPr lIns="91425" tIns="91425" rIns="91425" bIns="91425" anchor="t" anchorCtr="0"/>
          <a:lstStyle>
            <a:lvl1pPr lvl="0" rtl="0">
              <a:lnSpc>
                <a:spcPct val="100000"/>
              </a:lnSpc>
              <a:spcBef>
                <a:spcPts val="0"/>
              </a:spcBef>
              <a:spcAft>
                <a:spcPts val="0"/>
              </a:spcAft>
              <a:buClr>
                <a:schemeClr val="lt1"/>
              </a:buClr>
              <a:buSzPct val="100000"/>
              <a:buFont typeface="Calibri"/>
              <a:buNone/>
              <a:defRPr sz="2200">
                <a:solidFill>
                  <a:schemeClr val="lt1"/>
                </a:solidFill>
                <a:latin typeface="Calibri"/>
                <a:ea typeface="Calibri"/>
                <a:cs typeface="Calibri"/>
                <a:sym typeface="Calibri"/>
              </a:defRPr>
            </a:lvl1pPr>
            <a:lvl2pPr lvl="1" rtl="0">
              <a:lnSpc>
                <a:spcPct val="100000"/>
              </a:lnSpc>
              <a:spcBef>
                <a:spcPts val="0"/>
              </a:spcBef>
              <a:spcAft>
                <a:spcPts val="0"/>
              </a:spcAft>
              <a:buClr>
                <a:schemeClr val="lt1"/>
              </a:buClr>
              <a:buSzPct val="100000"/>
              <a:buNone/>
              <a:defRPr sz="2200">
                <a:solidFill>
                  <a:schemeClr val="lt1"/>
                </a:solidFill>
              </a:defRPr>
            </a:lvl2pPr>
            <a:lvl3pPr lvl="2" rtl="0">
              <a:lnSpc>
                <a:spcPct val="100000"/>
              </a:lnSpc>
              <a:spcBef>
                <a:spcPts val="0"/>
              </a:spcBef>
              <a:spcAft>
                <a:spcPts val="0"/>
              </a:spcAft>
              <a:buClr>
                <a:schemeClr val="lt1"/>
              </a:buClr>
              <a:buSzPct val="100000"/>
              <a:buNone/>
              <a:defRPr sz="2200">
                <a:solidFill>
                  <a:schemeClr val="lt1"/>
                </a:solidFill>
              </a:defRPr>
            </a:lvl3pPr>
            <a:lvl4pPr lvl="3" rtl="0">
              <a:lnSpc>
                <a:spcPct val="100000"/>
              </a:lnSpc>
              <a:spcBef>
                <a:spcPts val="0"/>
              </a:spcBef>
              <a:spcAft>
                <a:spcPts val="0"/>
              </a:spcAft>
              <a:buClr>
                <a:schemeClr val="lt1"/>
              </a:buClr>
              <a:buSzPct val="100000"/>
              <a:buNone/>
              <a:defRPr sz="2200">
                <a:solidFill>
                  <a:schemeClr val="lt1"/>
                </a:solidFill>
              </a:defRPr>
            </a:lvl4pPr>
            <a:lvl5pPr lvl="4" rtl="0">
              <a:lnSpc>
                <a:spcPct val="100000"/>
              </a:lnSpc>
              <a:spcBef>
                <a:spcPts val="0"/>
              </a:spcBef>
              <a:spcAft>
                <a:spcPts val="0"/>
              </a:spcAft>
              <a:buClr>
                <a:schemeClr val="lt1"/>
              </a:buClr>
              <a:buSzPct val="100000"/>
              <a:buNone/>
              <a:defRPr sz="2200">
                <a:solidFill>
                  <a:schemeClr val="lt1"/>
                </a:solidFill>
              </a:defRPr>
            </a:lvl5pPr>
            <a:lvl6pPr lvl="5" rtl="0">
              <a:lnSpc>
                <a:spcPct val="100000"/>
              </a:lnSpc>
              <a:spcBef>
                <a:spcPts val="0"/>
              </a:spcBef>
              <a:spcAft>
                <a:spcPts val="0"/>
              </a:spcAft>
              <a:buClr>
                <a:schemeClr val="lt1"/>
              </a:buClr>
              <a:buSzPct val="100000"/>
              <a:buNone/>
              <a:defRPr sz="2200">
                <a:solidFill>
                  <a:schemeClr val="lt1"/>
                </a:solidFill>
              </a:defRPr>
            </a:lvl6pPr>
            <a:lvl7pPr lvl="6" rtl="0">
              <a:lnSpc>
                <a:spcPct val="100000"/>
              </a:lnSpc>
              <a:spcBef>
                <a:spcPts val="0"/>
              </a:spcBef>
              <a:spcAft>
                <a:spcPts val="0"/>
              </a:spcAft>
              <a:buClr>
                <a:schemeClr val="lt1"/>
              </a:buClr>
              <a:buSzPct val="100000"/>
              <a:buNone/>
              <a:defRPr sz="2200">
                <a:solidFill>
                  <a:schemeClr val="lt1"/>
                </a:solidFill>
              </a:defRPr>
            </a:lvl7pPr>
            <a:lvl8pPr lvl="7" rtl="0">
              <a:lnSpc>
                <a:spcPct val="100000"/>
              </a:lnSpc>
              <a:spcBef>
                <a:spcPts val="0"/>
              </a:spcBef>
              <a:spcAft>
                <a:spcPts val="0"/>
              </a:spcAft>
              <a:buClr>
                <a:schemeClr val="lt1"/>
              </a:buClr>
              <a:buSzPct val="100000"/>
              <a:buNone/>
              <a:defRPr sz="2200">
                <a:solidFill>
                  <a:schemeClr val="lt1"/>
                </a:solidFill>
              </a:defRPr>
            </a:lvl8pPr>
            <a:lvl9pPr lvl="8" rtl="0">
              <a:lnSpc>
                <a:spcPct val="100000"/>
              </a:lnSpc>
              <a:spcBef>
                <a:spcPts val="0"/>
              </a:spcBef>
              <a:spcAft>
                <a:spcPts val="0"/>
              </a:spcAft>
              <a:buClr>
                <a:schemeClr val="lt1"/>
              </a:buClr>
              <a:buSzPct val="100000"/>
              <a:buNone/>
              <a:defRPr sz="2200">
                <a:solidFill>
                  <a:schemeClr val="lt1"/>
                </a:solidFill>
              </a:defRPr>
            </a:lvl9pPr>
          </a:lstStyle>
          <a:p>
            <a:endParaRPr/>
          </a:p>
        </p:txBody>
      </p:sp>
      <p:pic>
        <p:nvPicPr>
          <p:cNvPr id="15" name="Shape 15" descr="icon-white.png"/>
          <p:cNvPicPr preferRelativeResize="0"/>
          <p:nvPr/>
        </p:nvPicPr>
        <p:blipFill rotWithShape="1">
          <a:blip r:embed="rId2">
            <a:alphaModFix/>
          </a:blip>
          <a:srcRect/>
          <a:stretch/>
        </p:blipFill>
        <p:spPr>
          <a:xfrm>
            <a:off x="8524180" y="4134624"/>
            <a:ext cx="438222" cy="837900"/>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x">
  <p:cSld name="Title and Body">
    <p:spTree>
      <p:nvGrpSpPr>
        <p:cNvPr id="1" name="Shape 19"/>
        <p:cNvGrpSpPr/>
        <p:nvPr/>
      </p:nvGrpSpPr>
      <p:grpSpPr>
        <a:xfrm>
          <a:off x="0" y="0"/>
          <a:ext cx="0" cy="0"/>
          <a:chOff x="0" y="0"/>
          <a:chExt cx="0" cy="0"/>
        </a:xfrm>
      </p:grpSpPr>
      <p:sp>
        <p:nvSpPr>
          <p:cNvPr id="20" name="Shape 20"/>
          <p:cNvSpPr/>
          <p:nvPr/>
        </p:nvSpPr>
        <p:spPr>
          <a:xfrm rot="10800000" flipH="1">
            <a:off x="0" y="1686000"/>
            <a:ext cx="9144000" cy="3457500"/>
          </a:xfrm>
          <a:prstGeom prst="rect">
            <a:avLst/>
          </a:prstGeom>
          <a:solidFill>
            <a:schemeClr val="accent4"/>
          </a:solidFill>
          <a:ln>
            <a:noFill/>
          </a:ln>
        </p:spPr>
        <p:txBody>
          <a:bodyPr lIns="91425" tIns="91425" rIns="91425" bIns="91425" anchor="ctr" anchorCtr="0">
            <a:noAutofit/>
          </a:bodyPr>
          <a:lstStyle/>
          <a:p>
            <a:pPr lvl="0">
              <a:spcBef>
                <a:spcPts val="0"/>
              </a:spcBef>
              <a:buNone/>
            </a:pPr>
            <a:endParaRPr/>
          </a:p>
        </p:txBody>
      </p:sp>
      <p:sp>
        <p:nvSpPr>
          <p:cNvPr id="21" name="Shape 21"/>
          <p:cNvSpPr/>
          <p:nvPr/>
        </p:nvSpPr>
        <p:spPr>
          <a:xfrm>
            <a:off x="0" y="1686000"/>
            <a:ext cx="91440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lIns="91425" tIns="91425" rIns="91425" bIns="91425" anchor="ctr" anchorCtr="0">
            <a:noAutofit/>
          </a:bodyPr>
          <a:lstStyle/>
          <a:p>
            <a:pPr lvl="0">
              <a:spcBef>
                <a:spcPts val="0"/>
              </a:spcBef>
              <a:buNone/>
            </a:pPr>
            <a:endParaRPr/>
          </a:p>
        </p:txBody>
      </p:sp>
      <p:sp>
        <p:nvSpPr>
          <p:cNvPr id="22" name="Shape 22"/>
          <p:cNvSpPr txBox="1">
            <a:spLocks noGrp="1"/>
          </p:cNvSpPr>
          <p:nvPr>
            <p:ph type="title"/>
          </p:nvPr>
        </p:nvSpPr>
        <p:spPr>
          <a:xfrm>
            <a:off x="471900" y="738725"/>
            <a:ext cx="8222100" cy="767700"/>
          </a:xfrm>
          <a:prstGeom prst="rect">
            <a:avLst/>
          </a:prstGeom>
        </p:spPr>
        <p:txBody>
          <a:bodyPr lIns="91425" tIns="91425" rIns="91425" bIns="91425" anchor="b" anchorCtr="0"/>
          <a:lstStyle>
            <a:lvl1pPr lvl="0" rtl="0">
              <a:spcBef>
                <a:spcPts val="0"/>
              </a:spcBef>
              <a:defRPr/>
            </a:lvl1pPr>
            <a:lvl2pPr lvl="1" rtl="0">
              <a:spcBef>
                <a:spcPts val="0"/>
              </a:spcBef>
              <a:defRPr/>
            </a:lvl2pPr>
            <a:lvl3pPr lvl="2" rtl="0">
              <a:spcBef>
                <a:spcPts val="0"/>
              </a:spcBef>
              <a:defRPr/>
            </a:lvl3pPr>
            <a:lvl4pPr lvl="3" rtl="0">
              <a:spcBef>
                <a:spcPts val="0"/>
              </a:spcBef>
              <a:defRPr/>
            </a:lvl4pPr>
            <a:lvl5pPr lvl="4" rtl="0">
              <a:spcBef>
                <a:spcPts val="0"/>
              </a:spcBef>
              <a:defRPr/>
            </a:lvl5pPr>
            <a:lvl6pPr lvl="5" rtl="0">
              <a:spcBef>
                <a:spcPts val="0"/>
              </a:spcBef>
              <a:defRPr/>
            </a:lvl6pPr>
            <a:lvl7pPr lvl="6" rtl="0">
              <a:spcBef>
                <a:spcPts val="0"/>
              </a:spcBef>
              <a:defRPr/>
            </a:lvl7pPr>
            <a:lvl8pPr lvl="7" rtl="0">
              <a:spcBef>
                <a:spcPts val="0"/>
              </a:spcBef>
              <a:defRPr/>
            </a:lvl8pPr>
            <a:lvl9pPr lvl="8" rtl="0">
              <a:spcBef>
                <a:spcPts val="0"/>
              </a:spcBef>
              <a:defRPr/>
            </a:lvl9pPr>
          </a:lstStyle>
          <a:p>
            <a:endParaRPr/>
          </a:p>
        </p:txBody>
      </p:sp>
      <p:sp>
        <p:nvSpPr>
          <p:cNvPr id="23" name="Shape 23"/>
          <p:cNvSpPr txBox="1">
            <a:spLocks noGrp="1"/>
          </p:cNvSpPr>
          <p:nvPr>
            <p:ph type="body" idx="1"/>
          </p:nvPr>
        </p:nvSpPr>
        <p:spPr>
          <a:xfrm>
            <a:off x="471900" y="1919075"/>
            <a:ext cx="8222100" cy="2710200"/>
          </a:xfrm>
          <a:prstGeom prst="rect">
            <a:avLst/>
          </a:prstGeom>
        </p:spPr>
        <p:txBody>
          <a:bodyPr lIns="91425" tIns="91425" rIns="91425" bIns="91425" anchor="t" anchorCtr="0"/>
          <a:lstStyle>
            <a:lvl1pPr lvl="0" rtl="0">
              <a:spcBef>
                <a:spcPts val="0"/>
              </a:spcBef>
              <a:buClr>
                <a:srgbClr val="434343"/>
              </a:buClr>
              <a:buSzPct val="100000"/>
              <a:buFont typeface="Calibri"/>
              <a:defRPr sz="2000">
                <a:solidFill>
                  <a:srgbClr val="434343"/>
                </a:solidFill>
                <a:latin typeface="Calibri"/>
                <a:ea typeface="Calibri"/>
                <a:cs typeface="Calibri"/>
                <a:sym typeface="Calibri"/>
              </a:defRPr>
            </a:lvl1pPr>
            <a:lvl2pPr lvl="1" rtl="0">
              <a:spcBef>
                <a:spcPts val="0"/>
              </a:spcBef>
              <a:buClr>
                <a:srgbClr val="434343"/>
              </a:buClr>
              <a:buSzPct val="100000"/>
              <a:buFont typeface="Calibri"/>
              <a:defRPr sz="1800">
                <a:solidFill>
                  <a:srgbClr val="434343"/>
                </a:solidFill>
                <a:latin typeface="Calibri"/>
                <a:ea typeface="Calibri"/>
                <a:cs typeface="Calibri"/>
                <a:sym typeface="Calibri"/>
              </a:defRPr>
            </a:lvl2pPr>
            <a:lvl3pPr lvl="2" rtl="0">
              <a:spcBef>
                <a:spcPts val="0"/>
              </a:spcBef>
              <a:buClr>
                <a:srgbClr val="434343"/>
              </a:buClr>
              <a:buSzPct val="100000"/>
              <a:buFont typeface="Calibri"/>
              <a:defRPr sz="1600">
                <a:solidFill>
                  <a:srgbClr val="434343"/>
                </a:solidFill>
                <a:latin typeface="Calibri"/>
                <a:ea typeface="Calibri"/>
                <a:cs typeface="Calibri"/>
                <a:sym typeface="Calibri"/>
              </a:defRPr>
            </a:lvl3pPr>
            <a:lvl4pPr lvl="3" rtl="0">
              <a:spcBef>
                <a:spcPts val="0"/>
              </a:spcBef>
              <a:buClr>
                <a:srgbClr val="434343"/>
              </a:buClr>
              <a:buFont typeface="Calibri"/>
              <a:defRPr>
                <a:solidFill>
                  <a:srgbClr val="434343"/>
                </a:solidFill>
                <a:latin typeface="Calibri"/>
                <a:ea typeface="Calibri"/>
                <a:cs typeface="Calibri"/>
                <a:sym typeface="Calibri"/>
              </a:defRPr>
            </a:lvl4pPr>
            <a:lvl5pPr lvl="4" rtl="0">
              <a:spcBef>
                <a:spcPts val="0"/>
              </a:spcBef>
              <a:buClr>
                <a:srgbClr val="434343"/>
              </a:buClr>
              <a:buFont typeface="Calibri"/>
              <a:defRPr>
                <a:solidFill>
                  <a:srgbClr val="434343"/>
                </a:solidFill>
                <a:latin typeface="Calibri"/>
                <a:ea typeface="Calibri"/>
                <a:cs typeface="Calibri"/>
                <a:sym typeface="Calibri"/>
              </a:defRPr>
            </a:lvl5pPr>
            <a:lvl6pPr lvl="5" rtl="0">
              <a:spcBef>
                <a:spcPts val="0"/>
              </a:spcBef>
              <a:buClr>
                <a:srgbClr val="434343"/>
              </a:buClr>
              <a:buFont typeface="Calibri"/>
              <a:defRPr>
                <a:solidFill>
                  <a:srgbClr val="434343"/>
                </a:solidFill>
                <a:latin typeface="Calibri"/>
                <a:ea typeface="Calibri"/>
                <a:cs typeface="Calibri"/>
                <a:sym typeface="Calibri"/>
              </a:defRPr>
            </a:lvl6pPr>
            <a:lvl7pPr lvl="6" rtl="0">
              <a:spcBef>
                <a:spcPts val="0"/>
              </a:spcBef>
              <a:buClr>
                <a:srgbClr val="434343"/>
              </a:buClr>
              <a:buFont typeface="Calibri"/>
              <a:defRPr>
                <a:solidFill>
                  <a:srgbClr val="434343"/>
                </a:solidFill>
                <a:latin typeface="Calibri"/>
                <a:ea typeface="Calibri"/>
                <a:cs typeface="Calibri"/>
                <a:sym typeface="Calibri"/>
              </a:defRPr>
            </a:lvl7pPr>
            <a:lvl8pPr lvl="7" rtl="0">
              <a:spcBef>
                <a:spcPts val="0"/>
              </a:spcBef>
              <a:buClr>
                <a:srgbClr val="434343"/>
              </a:buClr>
              <a:buFont typeface="Calibri"/>
              <a:defRPr>
                <a:solidFill>
                  <a:srgbClr val="434343"/>
                </a:solidFill>
                <a:latin typeface="Calibri"/>
                <a:ea typeface="Calibri"/>
                <a:cs typeface="Calibri"/>
                <a:sym typeface="Calibri"/>
              </a:defRPr>
            </a:lvl8pPr>
            <a:lvl9pPr lvl="8" rtl="0">
              <a:spcBef>
                <a:spcPts val="0"/>
              </a:spcBef>
              <a:buClr>
                <a:srgbClr val="434343"/>
              </a:buClr>
              <a:buFont typeface="Calibri"/>
              <a:defRPr>
                <a:solidFill>
                  <a:srgbClr val="434343"/>
                </a:solidFill>
                <a:latin typeface="Calibri"/>
                <a:ea typeface="Calibri"/>
                <a:cs typeface="Calibri"/>
                <a:sym typeface="Calibri"/>
              </a:defRPr>
            </a:lvl9pPr>
          </a:lstStyle>
          <a:p>
            <a:endParaRPr/>
          </a:p>
        </p:txBody>
      </p:sp>
      <p:pic>
        <p:nvPicPr>
          <p:cNvPr id="24" name="Shape 24" descr="icon-beacon.png"/>
          <p:cNvPicPr preferRelativeResize="0"/>
          <p:nvPr/>
        </p:nvPicPr>
        <p:blipFill rotWithShape="1">
          <a:blip r:embed="rId2">
            <a:alphaModFix/>
          </a:blip>
          <a:srcRect/>
          <a:stretch/>
        </p:blipFill>
        <p:spPr>
          <a:xfrm>
            <a:off x="8524180" y="4134624"/>
            <a:ext cx="438222" cy="837900"/>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ColTx">
  <p:cSld name="Title and Two Columns">
    <p:spTree>
      <p:nvGrpSpPr>
        <p:cNvPr id="1" name="Shape 25"/>
        <p:cNvGrpSpPr/>
        <p:nvPr/>
      </p:nvGrpSpPr>
      <p:grpSpPr>
        <a:xfrm>
          <a:off x="0" y="0"/>
          <a:ext cx="0" cy="0"/>
          <a:chOff x="0" y="0"/>
          <a:chExt cx="0" cy="0"/>
        </a:xfrm>
      </p:grpSpPr>
      <p:sp>
        <p:nvSpPr>
          <p:cNvPr id="26" name="Shape 26"/>
          <p:cNvSpPr/>
          <p:nvPr/>
        </p:nvSpPr>
        <p:spPr>
          <a:xfrm rot="10800000" flipH="1">
            <a:off x="0" y="1686000"/>
            <a:ext cx="9144000" cy="3457500"/>
          </a:xfrm>
          <a:prstGeom prst="rect">
            <a:avLst/>
          </a:prstGeom>
          <a:solidFill>
            <a:schemeClr val="accent4"/>
          </a:solidFill>
          <a:ln>
            <a:noFill/>
          </a:ln>
        </p:spPr>
        <p:txBody>
          <a:bodyPr lIns="91425" tIns="91425" rIns="91425" bIns="91425" anchor="ctr" anchorCtr="0">
            <a:noAutofit/>
          </a:bodyPr>
          <a:lstStyle/>
          <a:p>
            <a:pPr lvl="0">
              <a:spcBef>
                <a:spcPts val="0"/>
              </a:spcBef>
              <a:buNone/>
            </a:pPr>
            <a:endParaRPr/>
          </a:p>
        </p:txBody>
      </p:sp>
      <p:sp>
        <p:nvSpPr>
          <p:cNvPr id="27" name="Shape 27"/>
          <p:cNvSpPr/>
          <p:nvPr/>
        </p:nvSpPr>
        <p:spPr>
          <a:xfrm>
            <a:off x="0" y="1686000"/>
            <a:ext cx="91440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lIns="91425" tIns="91425" rIns="91425" bIns="91425" anchor="ctr" anchorCtr="0">
            <a:noAutofit/>
          </a:bodyPr>
          <a:lstStyle/>
          <a:p>
            <a:pPr lvl="0">
              <a:spcBef>
                <a:spcPts val="0"/>
              </a:spcBef>
              <a:buNone/>
            </a:pPr>
            <a:endParaRPr/>
          </a:p>
        </p:txBody>
      </p:sp>
      <p:sp>
        <p:nvSpPr>
          <p:cNvPr id="28" name="Shape 28"/>
          <p:cNvSpPr txBox="1">
            <a:spLocks noGrp="1"/>
          </p:cNvSpPr>
          <p:nvPr>
            <p:ph type="title"/>
          </p:nvPr>
        </p:nvSpPr>
        <p:spPr>
          <a:xfrm>
            <a:off x="471900" y="738725"/>
            <a:ext cx="8222100" cy="767700"/>
          </a:xfrm>
          <a:prstGeom prst="rect">
            <a:avLst/>
          </a:prstGeom>
        </p:spPr>
        <p:txBody>
          <a:bodyPr lIns="91425" tIns="91425" rIns="91425" bIns="91425" anchor="b" anchorCtr="0"/>
          <a:lstStyle>
            <a:lvl1pPr lvl="0" rtl="0">
              <a:spcBef>
                <a:spcPts val="0"/>
              </a:spcBef>
              <a:defRPr/>
            </a:lvl1pPr>
            <a:lvl2pPr lvl="1" rtl="0">
              <a:spcBef>
                <a:spcPts val="0"/>
              </a:spcBef>
              <a:defRPr/>
            </a:lvl2pPr>
            <a:lvl3pPr lvl="2" rtl="0">
              <a:spcBef>
                <a:spcPts val="0"/>
              </a:spcBef>
              <a:defRPr/>
            </a:lvl3pPr>
            <a:lvl4pPr lvl="3" rtl="0">
              <a:spcBef>
                <a:spcPts val="0"/>
              </a:spcBef>
              <a:defRPr/>
            </a:lvl4pPr>
            <a:lvl5pPr lvl="4" rtl="0">
              <a:spcBef>
                <a:spcPts val="0"/>
              </a:spcBef>
              <a:defRPr/>
            </a:lvl5pPr>
            <a:lvl6pPr lvl="5" rtl="0">
              <a:spcBef>
                <a:spcPts val="0"/>
              </a:spcBef>
              <a:defRPr/>
            </a:lvl6pPr>
            <a:lvl7pPr lvl="6" rtl="0">
              <a:spcBef>
                <a:spcPts val="0"/>
              </a:spcBef>
              <a:defRPr/>
            </a:lvl7pPr>
            <a:lvl8pPr lvl="7" rtl="0">
              <a:spcBef>
                <a:spcPts val="0"/>
              </a:spcBef>
              <a:defRPr/>
            </a:lvl8pPr>
            <a:lvl9pPr lvl="8" rtl="0">
              <a:spcBef>
                <a:spcPts val="0"/>
              </a:spcBef>
              <a:defRPr/>
            </a:lvl9pPr>
          </a:lstStyle>
          <a:p>
            <a:endParaRPr/>
          </a:p>
        </p:txBody>
      </p:sp>
      <p:sp>
        <p:nvSpPr>
          <p:cNvPr id="29" name="Shape 29"/>
          <p:cNvSpPr txBox="1">
            <a:spLocks noGrp="1"/>
          </p:cNvSpPr>
          <p:nvPr>
            <p:ph type="body" idx="1"/>
          </p:nvPr>
        </p:nvSpPr>
        <p:spPr>
          <a:xfrm>
            <a:off x="471900" y="1919075"/>
            <a:ext cx="3999900" cy="2710199"/>
          </a:xfrm>
          <a:prstGeom prst="rect">
            <a:avLst/>
          </a:prstGeom>
        </p:spPr>
        <p:txBody>
          <a:bodyPr lIns="91425" tIns="91425" rIns="91425" bIns="91425" anchor="t" anchorCtr="0"/>
          <a:lstStyle>
            <a:lvl1pPr lvl="0" rtl="0">
              <a:spcBef>
                <a:spcPts val="0"/>
              </a:spcBef>
              <a:buClr>
                <a:srgbClr val="434343"/>
              </a:buClr>
              <a:buSzPct val="100000"/>
              <a:buFont typeface="Calibri"/>
              <a:defRPr sz="2000">
                <a:solidFill>
                  <a:srgbClr val="434343"/>
                </a:solidFill>
                <a:latin typeface="Calibri"/>
                <a:ea typeface="Calibri"/>
                <a:cs typeface="Calibri"/>
                <a:sym typeface="Calibri"/>
              </a:defRPr>
            </a:lvl1pPr>
            <a:lvl2pPr lvl="1" rtl="0">
              <a:spcBef>
                <a:spcPts val="0"/>
              </a:spcBef>
              <a:buClr>
                <a:srgbClr val="434343"/>
              </a:buClr>
              <a:buSzPct val="100000"/>
              <a:buFont typeface="Calibri"/>
              <a:defRPr sz="1800">
                <a:solidFill>
                  <a:srgbClr val="434343"/>
                </a:solidFill>
                <a:latin typeface="Calibri"/>
                <a:ea typeface="Calibri"/>
                <a:cs typeface="Calibri"/>
                <a:sym typeface="Calibri"/>
              </a:defRPr>
            </a:lvl2pPr>
            <a:lvl3pPr lvl="2" rtl="0">
              <a:spcBef>
                <a:spcPts val="0"/>
              </a:spcBef>
              <a:buClr>
                <a:srgbClr val="434343"/>
              </a:buClr>
              <a:buSzPct val="100000"/>
              <a:buFont typeface="Calibri"/>
              <a:defRPr sz="1600">
                <a:solidFill>
                  <a:srgbClr val="434343"/>
                </a:solidFill>
                <a:latin typeface="Calibri"/>
                <a:ea typeface="Calibri"/>
                <a:cs typeface="Calibri"/>
                <a:sym typeface="Calibri"/>
              </a:defRPr>
            </a:lvl3pPr>
            <a:lvl4pPr lvl="3" rtl="0">
              <a:spcBef>
                <a:spcPts val="0"/>
              </a:spcBef>
              <a:buClr>
                <a:srgbClr val="434343"/>
              </a:buClr>
              <a:buFont typeface="Calibri"/>
              <a:defRPr>
                <a:solidFill>
                  <a:srgbClr val="434343"/>
                </a:solidFill>
                <a:latin typeface="Calibri"/>
                <a:ea typeface="Calibri"/>
                <a:cs typeface="Calibri"/>
                <a:sym typeface="Calibri"/>
              </a:defRPr>
            </a:lvl4pPr>
            <a:lvl5pPr lvl="4" rtl="0">
              <a:spcBef>
                <a:spcPts val="0"/>
              </a:spcBef>
              <a:buClr>
                <a:srgbClr val="434343"/>
              </a:buClr>
              <a:buFont typeface="Calibri"/>
              <a:defRPr>
                <a:solidFill>
                  <a:srgbClr val="434343"/>
                </a:solidFill>
                <a:latin typeface="Calibri"/>
                <a:ea typeface="Calibri"/>
                <a:cs typeface="Calibri"/>
                <a:sym typeface="Calibri"/>
              </a:defRPr>
            </a:lvl5pPr>
            <a:lvl6pPr lvl="5" rtl="0">
              <a:spcBef>
                <a:spcPts val="0"/>
              </a:spcBef>
              <a:buClr>
                <a:srgbClr val="434343"/>
              </a:buClr>
              <a:buFont typeface="Calibri"/>
              <a:defRPr>
                <a:solidFill>
                  <a:srgbClr val="434343"/>
                </a:solidFill>
                <a:latin typeface="Calibri"/>
                <a:ea typeface="Calibri"/>
                <a:cs typeface="Calibri"/>
                <a:sym typeface="Calibri"/>
              </a:defRPr>
            </a:lvl6pPr>
            <a:lvl7pPr lvl="6" rtl="0">
              <a:spcBef>
                <a:spcPts val="0"/>
              </a:spcBef>
              <a:buClr>
                <a:srgbClr val="434343"/>
              </a:buClr>
              <a:buFont typeface="Calibri"/>
              <a:defRPr>
                <a:solidFill>
                  <a:srgbClr val="434343"/>
                </a:solidFill>
                <a:latin typeface="Calibri"/>
                <a:ea typeface="Calibri"/>
                <a:cs typeface="Calibri"/>
                <a:sym typeface="Calibri"/>
              </a:defRPr>
            </a:lvl7pPr>
            <a:lvl8pPr lvl="7" rtl="0">
              <a:spcBef>
                <a:spcPts val="0"/>
              </a:spcBef>
              <a:buClr>
                <a:srgbClr val="434343"/>
              </a:buClr>
              <a:buSzPct val="100000"/>
              <a:buFont typeface="Calibri"/>
              <a:defRPr sz="1200">
                <a:solidFill>
                  <a:srgbClr val="434343"/>
                </a:solidFill>
                <a:latin typeface="Calibri"/>
                <a:ea typeface="Calibri"/>
                <a:cs typeface="Calibri"/>
                <a:sym typeface="Calibri"/>
              </a:defRPr>
            </a:lvl8pPr>
            <a:lvl9pPr lvl="8" rtl="0">
              <a:spcBef>
                <a:spcPts val="0"/>
              </a:spcBef>
              <a:buClr>
                <a:srgbClr val="434343"/>
              </a:buClr>
              <a:buSzPct val="100000"/>
              <a:buFont typeface="Calibri"/>
              <a:defRPr sz="1200">
                <a:solidFill>
                  <a:srgbClr val="434343"/>
                </a:solidFill>
                <a:latin typeface="Calibri"/>
                <a:ea typeface="Calibri"/>
                <a:cs typeface="Calibri"/>
                <a:sym typeface="Calibri"/>
              </a:defRPr>
            </a:lvl9pPr>
          </a:lstStyle>
          <a:p>
            <a:endParaRPr/>
          </a:p>
        </p:txBody>
      </p:sp>
      <p:sp>
        <p:nvSpPr>
          <p:cNvPr id="30" name="Shape 30"/>
          <p:cNvSpPr txBox="1">
            <a:spLocks noGrp="1"/>
          </p:cNvSpPr>
          <p:nvPr>
            <p:ph type="body" idx="2"/>
          </p:nvPr>
        </p:nvSpPr>
        <p:spPr>
          <a:xfrm>
            <a:off x="4694250" y="1919075"/>
            <a:ext cx="3999900" cy="2710199"/>
          </a:xfrm>
          <a:prstGeom prst="rect">
            <a:avLst/>
          </a:prstGeom>
        </p:spPr>
        <p:txBody>
          <a:bodyPr lIns="91425" tIns="91425" rIns="91425" bIns="91425" anchor="t" anchorCtr="0"/>
          <a:lstStyle>
            <a:lvl1pPr lvl="0" rtl="0">
              <a:spcBef>
                <a:spcPts val="0"/>
              </a:spcBef>
              <a:buClr>
                <a:srgbClr val="434343"/>
              </a:buClr>
              <a:buSzPct val="100000"/>
              <a:buFont typeface="Calibri"/>
              <a:defRPr sz="2000">
                <a:solidFill>
                  <a:srgbClr val="434343"/>
                </a:solidFill>
                <a:latin typeface="Calibri"/>
                <a:ea typeface="Calibri"/>
                <a:cs typeface="Calibri"/>
                <a:sym typeface="Calibri"/>
              </a:defRPr>
            </a:lvl1pPr>
            <a:lvl2pPr lvl="1" rtl="0">
              <a:spcBef>
                <a:spcPts val="0"/>
              </a:spcBef>
              <a:buClr>
                <a:srgbClr val="434343"/>
              </a:buClr>
              <a:buSzPct val="100000"/>
              <a:buFont typeface="Calibri"/>
              <a:defRPr sz="1800">
                <a:solidFill>
                  <a:srgbClr val="434343"/>
                </a:solidFill>
                <a:latin typeface="Calibri"/>
                <a:ea typeface="Calibri"/>
                <a:cs typeface="Calibri"/>
                <a:sym typeface="Calibri"/>
              </a:defRPr>
            </a:lvl2pPr>
            <a:lvl3pPr lvl="2" rtl="0">
              <a:spcBef>
                <a:spcPts val="0"/>
              </a:spcBef>
              <a:buClr>
                <a:srgbClr val="434343"/>
              </a:buClr>
              <a:buSzPct val="100000"/>
              <a:buFont typeface="Calibri"/>
              <a:defRPr sz="1600">
                <a:solidFill>
                  <a:srgbClr val="434343"/>
                </a:solidFill>
                <a:latin typeface="Calibri"/>
                <a:ea typeface="Calibri"/>
                <a:cs typeface="Calibri"/>
                <a:sym typeface="Calibri"/>
              </a:defRPr>
            </a:lvl3pPr>
            <a:lvl4pPr lvl="3" rtl="0">
              <a:spcBef>
                <a:spcPts val="0"/>
              </a:spcBef>
              <a:buClr>
                <a:srgbClr val="434343"/>
              </a:buClr>
              <a:buFont typeface="Calibri"/>
              <a:defRPr>
                <a:solidFill>
                  <a:srgbClr val="434343"/>
                </a:solidFill>
                <a:latin typeface="Calibri"/>
                <a:ea typeface="Calibri"/>
                <a:cs typeface="Calibri"/>
                <a:sym typeface="Calibri"/>
              </a:defRPr>
            </a:lvl4pPr>
            <a:lvl5pPr lvl="4" rtl="0">
              <a:spcBef>
                <a:spcPts val="0"/>
              </a:spcBef>
              <a:buClr>
                <a:srgbClr val="434343"/>
              </a:buClr>
              <a:buFont typeface="Calibri"/>
              <a:defRPr>
                <a:solidFill>
                  <a:srgbClr val="434343"/>
                </a:solidFill>
                <a:latin typeface="Calibri"/>
                <a:ea typeface="Calibri"/>
                <a:cs typeface="Calibri"/>
                <a:sym typeface="Calibri"/>
              </a:defRPr>
            </a:lvl5pPr>
            <a:lvl6pPr lvl="5" rtl="0">
              <a:spcBef>
                <a:spcPts val="0"/>
              </a:spcBef>
              <a:buClr>
                <a:srgbClr val="434343"/>
              </a:buClr>
              <a:buFont typeface="Calibri"/>
              <a:defRPr>
                <a:solidFill>
                  <a:srgbClr val="434343"/>
                </a:solidFill>
                <a:latin typeface="Calibri"/>
                <a:ea typeface="Calibri"/>
                <a:cs typeface="Calibri"/>
                <a:sym typeface="Calibri"/>
              </a:defRPr>
            </a:lvl6pPr>
            <a:lvl7pPr lvl="6" rtl="0">
              <a:spcBef>
                <a:spcPts val="0"/>
              </a:spcBef>
              <a:buClr>
                <a:srgbClr val="434343"/>
              </a:buClr>
              <a:buFont typeface="Calibri"/>
              <a:defRPr>
                <a:solidFill>
                  <a:srgbClr val="434343"/>
                </a:solidFill>
                <a:latin typeface="Calibri"/>
                <a:ea typeface="Calibri"/>
                <a:cs typeface="Calibri"/>
                <a:sym typeface="Calibri"/>
              </a:defRPr>
            </a:lvl7pPr>
            <a:lvl8pPr lvl="7" rtl="0">
              <a:spcBef>
                <a:spcPts val="0"/>
              </a:spcBef>
              <a:buClr>
                <a:srgbClr val="434343"/>
              </a:buClr>
              <a:buSzPct val="100000"/>
              <a:buFont typeface="Calibri"/>
              <a:defRPr sz="1200">
                <a:solidFill>
                  <a:srgbClr val="434343"/>
                </a:solidFill>
                <a:latin typeface="Calibri"/>
                <a:ea typeface="Calibri"/>
                <a:cs typeface="Calibri"/>
                <a:sym typeface="Calibri"/>
              </a:defRPr>
            </a:lvl8pPr>
            <a:lvl9pPr lvl="8" rtl="0">
              <a:spcBef>
                <a:spcPts val="0"/>
              </a:spcBef>
              <a:buClr>
                <a:srgbClr val="434343"/>
              </a:buClr>
              <a:buSzPct val="100000"/>
              <a:buFont typeface="Calibri"/>
              <a:defRPr sz="1200">
                <a:solidFill>
                  <a:srgbClr val="434343"/>
                </a:solidFill>
                <a:latin typeface="Calibri"/>
                <a:ea typeface="Calibri"/>
                <a:cs typeface="Calibri"/>
                <a:sym typeface="Calibri"/>
              </a:defRPr>
            </a:lvl9pPr>
          </a:lstStyle>
          <a:p>
            <a:endParaRPr/>
          </a:p>
        </p:txBody>
      </p:sp>
      <p:pic>
        <p:nvPicPr>
          <p:cNvPr id="31" name="Shape 31" descr="icon-beacon.png"/>
          <p:cNvPicPr preferRelativeResize="0"/>
          <p:nvPr/>
        </p:nvPicPr>
        <p:blipFill rotWithShape="1">
          <a:blip r:embed="rId2">
            <a:alphaModFix/>
          </a:blip>
          <a:srcRect/>
          <a:stretch/>
        </p:blipFill>
        <p:spPr>
          <a:xfrm>
            <a:off x="8524180" y="4134624"/>
            <a:ext cx="438222" cy="837900"/>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Shape 32"/>
        <p:cNvGrpSpPr/>
        <p:nvPr/>
      </p:nvGrpSpPr>
      <p:grpSpPr>
        <a:xfrm>
          <a:off x="0" y="0"/>
          <a:ext cx="0" cy="0"/>
          <a:chOff x="0" y="0"/>
          <a:chExt cx="0" cy="0"/>
        </a:xfrm>
      </p:grpSpPr>
      <p:sp>
        <p:nvSpPr>
          <p:cNvPr id="33" name="Shape 33"/>
          <p:cNvSpPr/>
          <p:nvPr/>
        </p:nvSpPr>
        <p:spPr>
          <a:xfrm rot="10800000" flipH="1">
            <a:off x="0" y="656400"/>
            <a:ext cx="9144000" cy="4487100"/>
          </a:xfrm>
          <a:prstGeom prst="rect">
            <a:avLst/>
          </a:prstGeom>
          <a:solidFill>
            <a:schemeClr val="accent4"/>
          </a:solidFill>
          <a:ln>
            <a:noFill/>
          </a:ln>
        </p:spPr>
        <p:txBody>
          <a:bodyPr lIns="91425" tIns="91425" rIns="91425" bIns="91425" anchor="ctr" anchorCtr="0">
            <a:noAutofit/>
          </a:bodyPr>
          <a:lstStyle/>
          <a:p>
            <a:pPr lvl="0">
              <a:spcBef>
                <a:spcPts val="0"/>
              </a:spcBef>
              <a:buNone/>
            </a:pPr>
            <a:endParaRPr/>
          </a:p>
        </p:txBody>
      </p:sp>
      <p:sp>
        <p:nvSpPr>
          <p:cNvPr id="34" name="Shape 34"/>
          <p:cNvSpPr/>
          <p:nvPr/>
        </p:nvSpPr>
        <p:spPr>
          <a:xfrm>
            <a:off x="0" y="656350"/>
            <a:ext cx="91440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lIns="91425" tIns="91425" rIns="91425" bIns="91425" anchor="ctr" anchorCtr="0">
            <a:noAutofit/>
          </a:bodyPr>
          <a:lstStyle/>
          <a:p>
            <a:pPr lvl="0">
              <a:spcBef>
                <a:spcPts val="0"/>
              </a:spcBef>
              <a:buNone/>
            </a:pPr>
            <a:endParaRPr/>
          </a:p>
        </p:txBody>
      </p:sp>
      <p:sp>
        <p:nvSpPr>
          <p:cNvPr id="35" name="Shape 35"/>
          <p:cNvSpPr txBox="1">
            <a:spLocks noGrp="1"/>
          </p:cNvSpPr>
          <p:nvPr>
            <p:ph type="title"/>
          </p:nvPr>
        </p:nvSpPr>
        <p:spPr>
          <a:xfrm>
            <a:off x="98250" y="16350"/>
            <a:ext cx="8826600" cy="602700"/>
          </a:xfrm>
          <a:prstGeom prst="rect">
            <a:avLst/>
          </a:prstGeom>
        </p:spPr>
        <p:txBody>
          <a:bodyPr lIns="91425" tIns="91425" rIns="91425" bIns="91425" anchor="ctr" anchorCtr="0"/>
          <a:lstStyle>
            <a:lvl1pPr lvl="0" rtl="0">
              <a:spcBef>
                <a:spcPts val="0"/>
              </a:spcBef>
              <a:buSzPct val="100000"/>
              <a:defRPr sz="2000"/>
            </a:lvl1pPr>
            <a:lvl2pPr lvl="1" rtl="0">
              <a:spcBef>
                <a:spcPts val="0"/>
              </a:spcBef>
              <a:buSzPct val="100000"/>
              <a:defRPr sz="1800"/>
            </a:lvl2pPr>
            <a:lvl3pPr lvl="2" rtl="0">
              <a:spcBef>
                <a:spcPts val="0"/>
              </a:spcBef>
              <a:buSzPct val="100000"/>
              <a:defRPr sz="1800"/>
            </a:lvl3pPr>
            <a:lvl4pPr lvl="3" rtl="0">
              <a:spcBef>
                <a:spcPts val="0"/>
              </a:spcBef>
              <a:buSzPct val="100000"/>
              <a:defRPr sz="1800"/>
            </a:lvl4pPr>
            <a:lvl5pPr lvl="4" rtl="0">
              <a:spcBef>
                <a:spcPts val="0"/>
              </a:spcBef>
              <a:buSzPct val="100000"/>
              <a:defRPr sz="1800"/>
            </a:lvl5pPr>
            <a:lvl6pPr lvl="5" rtl="0">
              <a:spcBef>
                <a:spcPts val="0"/>
              </a:spcBef>
              <a:buSzPct val="100000"/>
              <a:defRPr sz="1800"/>
            </a:lvl6pPr>
            <a:lvl7pPr lvl="6" rtl="0">
              <a:spcBef>
                <a:spcPts val="0"/>
              </a:spcBef>
              <a:buSzPct val="100000"/>
              <a:defRPr sz="1800"/>
            </a:lvl7pPr>
            <a:lvl8pPr lvl="7" rtl="0">
              <a:spcBef>
                <a:spcPts val="0"/>
              </a:spcBef>
              <a:buSzPct val="100000"/>
              <a:defRPr sz="1800"/>
            </a:lvl8pPr>
            <a:lvl9pPr lvl="8" rtl="0">
              <a:spcBef>
                <a:spcPts val="0"/>
              </a:spcBef>
              <a:buSzPct val="100000"/>
              <a:defRPr sz="1800"/>
            </a:lvl9pPr>
          </a:lstStyle>
          <a:p>
            <a:endParaRPr/>
          </a:p>
        </p:txBody>
      </p:sp>
      <p:pic>
        <p:nvPicPr>
          <p:cNvPr id="36" name="Shape 36" descr="icon-beacon.png"/>
          <p:cNvPicPr preferRelativeResize="0"/>
          <p:nvPr/>
        </p:nvPicPr>
        <p:blipFill rotWithShape="1">
          <a:blip r:embed="rId2">
            <a:alphaModFix/>
          </a:blip>
          <a:srcRect/>
          <a:stretch/>
        </p:blipFill>
        <p:spPr>
          <a:xfrm>
            <a:off x="8524180" y="4134624"/>
            <a:ext cx="438222" cy="837900"/>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cSld name="One Column Text">
    <p:spTree>
      <p:nvGrpSpPr>
        <p:cNvPr id="1" name="Shape 37"/>
        <p:cNvGrpSpPr/>
        <p:nvPr/>
      </p:nvGrpSpPr>
      <p:grpSpPr>
        <a:xfrm>
          <a:off x="0" y="0"/>
          <a:ext cx="0" cy="0"/>
          <a:chOff x="0" y="0"/>
          <a:chExt cx="0" cy="0"/>
        </a:xfrm>
      </p:grpSpPr>
      <p:sp>
        <p:nvSpPr>
          <p:cNvPr id="38" name="Shape 38"/>
          <p:cNvSpPr txBox="1"/>
          <p:nvPr/>
        </p:nvSpPr>
        <p:spPr>
          <a:xfrm rot="10800000" flipH="1">
            <a:off x="3276600" y="25"/>
            <a:ext cx="5867400" cy="5143500"/>
          </a:xfrm>
          <a:prstGeom prst="rect">
            <a:avLst/>
          </a:prstGeom>
          <a:solidFill>
            <a:schemeClr val="accent4"/>
          </a:solidFill>
          <a:ln>
            <a:noFill/>
          </a:ln>
        </p:spPr>
        <p:txBody>
          <a:bodyPr lIns="91425" tIns="91425" rIns="91425" bIns="91425" anchor="ctr" anchorCtr="0">
            <a:noAutofit/>
          </a:bodyPr>
          <a:lstStyle/>
          <a:p>
            <a:pPr lvl="0">
              <a:spcBef>
                <a:spcPts val="0"/>
              </a:spcBef>
              <a:buNone/>
            </a:pPr>
            <a:endParaRPr/>
          </a:p>
        </p:txBody>
      </p:sp>
      <p:sp>
        <p:nvSpPr>
          <p:cNvPr id="39" name="Shape 39"/>
          <p:cNvSpPr/>
          <p:nvPr/>
        </p:nvSpPr>
        <p:spPr>
          <a:xfrm rot="-5400000">
            <a:off x="759150" y="2517450"/>
            <a:ext cx="51435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lIns="91425" tIns="91425" rIns="91425" bIns="91425" anchor="ctr" anchorCtr="0">
            <a:noAutofit/>
          </a:bodyPr>
          <a:lstStyle/>
          <a:p>
            <a:pPr lvl="0">
              <a:spcBef>
                <a:spcPts val="0"/>
              </a:spcBef>
              <a:buNone/>
            </a:pPr>
            <a:endParaRPr/>
          </a:p>
        </p:txBody>
      </p:sp>
      <p:sp>
        <p:nvSpPr>
          <p:cNvPr id="40" name="Shape 40"/>
          <p:cNvSpPr txBox="1">
            <a:spLocks noGrp="1"/>
          </p:cNvSpPr>
          <p:nvPr>
            <p:ph type="title"/>
          </p:nvPr>
        </p:nvSpPr>
        <p:spPr>
          <a:xfrm>
            <a:off x="226077" y="357800"/>
            <a:ext cx="2808000" cy="953400"/>
          </a:xfrm>
          <a:prstGeom prst="rect">
            <a:avLst/>
          </a:prstGeom>
        </p:spPr>
        <p:txBody>
          <a:bodyPr lIns="91425" tIns="91425" rIns="91425" bIns="91425" anchor="b" anchorCtr="0"/>
          <a:lstStyle>
            <a:lvl1pPr lvl="0" rtl="0">
              <a:spcBef>
                <a:spcPts val="0"/>
              </a:spcBef>
              <a:buSzPct val="100000"/>
              <a:defRPr sz="2400"/>
            </a:lvl1pPr>
            <a:lvl2pPr lvl="1" rtl="0">
              <a:spcBef>
                <a:spcPts val="0"/>
              </a:spcBef>
              <a:buSzPct val="100000"/>
              <a:defRPr sz="2400"/>
            </a:lvl2pPr>
            <a:lvl3pPr lvl="2" rtl="0">
              <a:spcBef>
                <a:spcPts val="0"/>
              </a:spcBef>
              <a:buSzPct val="100000"/>
              <a:defRPr sz="2400"/>
            </a:lvl3pPr>
            <a:lvl4pPr lvl="3" rtl="0">
              <a:spcBef>
                <a:spcPts val="0"/>
              </a:spcBef>
              <a:buSzPct val="100000"/>
              <a:defRPr sz="2400"/>
            </a:lvl4pPr>
            <a:lvl5pPr lvl="4" rtl="0">
              <a:spcBef>
                <a:spcPts val="0"/>
              </a:spcBef>
              <a:buSzPct val="100000"/>
              <a:defRPr sz="2400"/>
            </a:lvl5pPr>
            <a:lvl6pPr lvl="5" rtl="0">
              <a:spcBef>
                <a:spcPts val="0"/>
              </a:spcBef>
              <a:buSzPct val="100000"/>
              <a:defRPr sz="2400"/>
            </a:lvl6pPr>
            <a:lvl7pPr lvl="6" rtl="0">
              <a:spcBef>
                <a:spcPts val="0"/>
              </a:spcBef>
              <a:buSzPct val="100000"/>
              <a:defRPr sz="2400"/>
            </a:lvl7pPr>
            <a:lvl8pPr lvl="7" rtl="0">
              <a:spcBef>
                <a:spcPts val="0"/>
              </a:spcBef>
              <a:buSzPct val="100000"/>
              <a:defRPr sz="2400"/>
            </a:lvl8pPr>
            <a:lvl9pPr lvl="8" rtl="0">
              <a:spcBef>
                <a:spcPts val="0"/>
              </a:spcBef>
              <a:buSzPct val="100000"/>
              <a:defRPr sz="2400"/>
            </a:lvl9pPr>
          </a:lstStyle>
          <a:p>
            <a:endParaRPr/>
          </a:p>
        </p:txBody>
      </p:sp>
      <p:sp>
        <p:nvSpPr>
          <p:cNvPr id="41" name="Shape 41"/>
          <p:cNvSpPr txBox="1">
            <a:spLocks noGrp="1"/>
          </p:cNvSpPr>
          <p:nvPr>
            <p:ph type="body" idx="1"/>
          </p:nvPr>
        </p:nvSpPr>
        <p:spPr>
          <a:xfrm>
            <a:off x="226075" y="1465800"/>
            <a:ext cx="2808000" cy="3163500"/>
          </a:xfrm>
          <a:prstGeom prst="rect">
            <a:avLst/>
          </a:prstGeom>
        </p:spPr>
        <p:txBody>
          <a:bodyPr lIns="91425" tIns="91425" rIns="91425" bIns="91425" anchor="t" anchorCtr="0"/>
          <a:lstStyle>
            <a:lvl1pPr lvl="0" rtl="0">
              <a:spcBef>
                <a:spcPts val="0"/>
              </a:spcBef>
              <a:buClr>
                <a:schemeClr val="lt1"/>
              </a:buClr>
              <a:buFont typeface="Calibri"/>
              <a:defRPr>
                <a:solidFill>
                  <a:schemeClr val="lt1"/>
                </a:solidFill>
                <a:latin typeface="Calibri"/>
                <a:ea typeface="Calibri"/>
                <a:cs typeface="Calibri"/>
                <a:sym typeface="Calibri"/>
              </a:defRPr>
            </a:lvl1pPr>
            <a:lvl2pPr lvl="1" rtl="0">
              <a:spcBef>
                <a:spcPts val="0"/>
              </a:spcBef>
              <a:buClr>
                <a:schemeClr val="lt1"/>
              </a:buClr>
              <a:buSzPct val="100000"/>
              <a:buFont typeface="Calibri"/>
              <a:defRPr sz="1600">
                <a:solidFill>
                  <a:schemeClr val="lt1"/>
                </a:solidFill>
                <a:latin typeface="Calibri"/>
                <a:ea typeface="Calibri"/>
                <a:cs typeface="Calibri"/>
                <a:sym typeface="Calibri"/>
              </a:defRPr>
            </a:lvl2pPr>
            <a:lvl3pPr lvl="2" rtl="0">
              <a:spcBef>
                <a:spcPts val="0"/>
              </a:spcBef>
              <a:buClr>
                <a:schemeClr val="lt1"/>
              </a:buClr>
              <a:buFont typeface="Calibri"/>
              <a:defRPr>
                <a:solidFill>
                  <a:schemeClr val="lt1"/>
                </a:solidFill>
                <a:latin typeface="Calibri"/>
                <a:ea typeface="Calibri"/>
                <a:cs typeface="Calibri"/>
                <a:sym typeface="Calibri"/>
              </a:defRPr>
            </a:lvl3pPr>
            <a:lvl4pPr lvl="3" rtl="0">
              <a:spcBef>
                <a:spcPts val="0"/>
              </a:spcBef>
              <a:buClr>
                <a:schemeClr val="lt1"/>
              </a:buClr>
              <a:buSzPct val="100000"/>
              <a:buFont typeface="Calibri"/>
              <a:defRPr sz="1200">
                <a:solidFill>
                  <a:schemeClr val="lt1"/>
                </a:solidFill>
                <a:latin typeface="Calibri"/>
                <a:ea typeface="Calibri"/>
                <a:cs typeface="Calibri"/>
                <a:sym typeface="Calibri"/>
              </a:defRPr>
            </a:lvl4pPr>
            <a:lvl5pPr lvl="4" rtl="0">
              <a:spcBef>
                <a:spcPts val="0"/>
              </a:spcBef>
              <a:buClr>
                <a:schemeClr val="lt1"/>
              </a:buClr>
              <a:buSzPct val="100000"/>
              <a:buFont typeface="Calibri"/>
              <a:defRPr sz="1200">
                <a:solidFill>
                  <a:schemeClr val="lt1"/>
                </a:solidFill>
                <a:latin typeface="Calibri"/>
                <a:ea typeface="Calibri"/>
                <a:cs typeface="Calibri"/>
                <a:sym typeface="Calibri"/>
              </a:defRPr>
            </a:lvl5pPr>
            <a:lvl6pPr lvl="5" rtl="0">
              <a:spcBef>
                <a:spcPts val="0"/>
              </a:spcBef>
              <a:buClr>
                <a:schemeClr val="lt1"/>
              </a:buClr>
              <a:buSzPct val="100000"/>
              <a:buFont typeface="Calibri"/>
              <a:defRPr sz="1200">
                <a:solidFill>
                  <a:schemeClr val="lt1"/>
                </a:solidFill>
                <a:latin typeface="Calibri"/>
                <a:ea typeface="Calibri"/>
                <a:cs typeface="Calibri"/>
                <a:sym typeface="Calibri"/>
              </a:defRPr>
            </a:lvl6pPr>
            <a:lvl7pPr lvl="6" rtl="0">
              <a:spcBef>
                <a:spcPts val="0"/>
              </a:spcBef>
              <a:buClr>
                <a:schemeClr val="lt1"/>
              </a:buClr>
              <a:buSzPct val="100000"/>
              <a:buFont typeface="Calibri"/>
              <a:defRPr sz="1200">
                <a:solidFill>
                  <a:schemeClr val="lt1"/>
                </a:solidFill>
                <a:latin typeface="Calibri"/>
                <a:ea typeface="Calibri"/>
                <a:cs typeface="Calibri"/>
                <a:sym typeface="Calibri"/>
              </a:defRPr>
            </a:lvl7pPr>
            <a:lvl8pPr lvl="7" rtl="0">
              <a:spcBef>
                <a:spcPts val="0"/>
              </a:spcBef>
              <a:buClr>
                <a:schemeClr val="lt1"/>
              </a:buClr>
              <a:buSzPct val="100000"/>
              <a:buFont typeface="Calibri"/>
              <a:defRPr sz="1200">
                <a:solidFill>
                  <a:schemeClr val="lt1"/>
                </a:solidFill>
                <a:latin typeface="Calibri"/>
                <a:ea typeface="Calibri"/>
                <a:cs typeface="Calibri"/>
                <a:sym typeface="Calibri"/>
              </a:defRPr>
            </a:lvl8pPr>
            <a:lvl9pPr lvl="8" rtl="0">
              <a:spcBef>
                <a:spcPts val="0"/>
              </a:spcBef>
              <a:buClr>
                <a:schemeClr val="lt1"/>
              </a:buClr>
              <a:buSzPct val="100000"/>
              <a:buFont typeface="Calibri"/>
              <a:defRPr sz="1200">
                <a:solidFill>
                  <a:schemeClr val="lt1"/>
                </a:solidFill>
                <a:latin typeface="Calibri"/>
                <a:ea typeface="Calibri"/>
                <a:cs typeface="Calibri"/>
                <a:sym typeface="Calibri"/>
              </a:defRPr>
            </a:lvl9pPr>
          </a:lstStyle>
          <a:p>
            <a:endParaRPr/>
          </a:p>
        </p:txBody>
      </p:sp>
      <p:pic>
        <p:nvPicPr>
          <p:cNvPr id="42" name="Shape 42" descr="icon-beacon.png"/>
          <p:cNvPicPr preferRelativeResize="0"/>
          <p:nvPr/>
        </p:nvPicPr>
        <p:blipFill rotWithShape="1">
          <a:blip r:embed="rId2">
            <a:alphaModFix/>
          </a:blip>
          <a:srcRect/>
          <a:stretch/>
        </p:blipFill>
        <p:spPr>
          <a:xfrm>
            <a:off x="8524180" y="4134624"/>
            <a:ext cx="438222" cy="837900"/>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cSld name="Main Point">
    <p:spTree>
      <p:nvGrpSpPr>
        <p:cNvPr id="1" name="Shape 43"/>
        <p:cNvGrpSpPr/>
        <p:nvPr/>
      </p:nvGrpSpPr>
      <p:grpSpPr>
        <a:xfrm>
          <a:off x="0" y="0"/>
          <a:ext cx="0" cy="0"/>
          <a:chOff x="0" y="0"/>
          <a:chExt cx="0" cy="0"/>
        </a:xfrm>
      </p:grpSpPr>
      <p:sp>
        <p:nvSpPr>
          <p:cNvPr id="44" name="Shape 44"/>
          <p:cNvSpPr txBox="1">
            <a:spLocks noGrp="1"/>
          </p:cNvSpPr>
          <p:nvPr>
            <p:ph type="title"/>
          </p:nvPr>
        </p:nvSpPr>
        <p:spPr>
          <a:xfrm>
            <a:off x="490250" y="488250"/>
            <a:ext cx="8034000" cy="4090800"/>
          </a:xfrm>
          <a:prstGeom prst="rect">
            <a:avLst/>
          </a:prstGeom>
        </p:spPr>
        <p:txBody>
          <a:bodyPr lIns="91425" tIns="91425" rIns="91425" bIns="91425" anchor="ctr" anchorCtr="0"/>
          <a:lstStyle>
            <a:lvl1pPr lvl="0" rtl="0">
              <a:spcBef>
                <a:spcPts val="0"/>
              </a:spcBef>
              <a:buSzPct val="100000"/>
              <a:defRPr sz="6000"/>
            </a:lvl1pPr>
            <a:lvl2pPr lvl="1" rtl="0">
              <a:spcBef>
                <a:spcPts val="0"/>
              </a:spcBef>
              <a:buSzPct val="100000"/>
              <a:defRPr sz="6000"/>
            </a:lvl2pPr>
            <a:lvl3pPr lvl="2" rtl="0">
              <a:spcBef>
                <a:spcPts val="0"/>
              </a:spcBef>
              <a:buSzPct val="100000"/>
              <a:defRPr sz="6000"/>
            </a:lvl3pPr>
            <a:lvl4pPr lvl="3" rtl="0">
              <a:spcBef>
                <a:spcPts val="0"/>
              </a:spcBef>
              <a:buSzPct val="100000"/>
              <a:defRPr sz="6000"/>
            </a:lvl4pPr>
            <a:lvl5pPr lvl="4" rtl="0">
              <a:spcBef>
                <a:spcPts val="0"/>
              </a:spcBef>
              <a:buSzPct val="100000"/>
              <a:defRPr sz="6000"/>
            </a:lvl5pPr>
            <a:lvl6pPr lvl="5" rtl="0">
              <a:spcBef>
                <a:spcPts val="0"/>
              </a:spcBef>
              <a:buSzPct val="100000"/>
              <a:defRPr sz="6000"/>
            </a:lvl6pPr>
            <a:lvl7pPr lvl="6" rtl="0">
              <a:spcBef>
                <a:spcPts val="0"/>
              </a:spcBef>
              <a:buSzPct val="100000"/>
              <a:defRPr sz="6000"/>
            </a:lvl7pPr>
            <a:lvl8pPr lvl="7" rtl="0">
              <a:spcBef>
                <a:spcPts val="0"/>
              </a:spcBef>
              <a:buSzPct val="100000"/>
              <a:defRPr sz="6000"/>
            </a:lvl8pPr>
            <a:lvl9pPr lvl="8" rtl="0">
              <a:spcBef>
                <a:spcPts val="0"/>
              </a:spcBef>
              <a:buSzPct val="100000"/>
              <a:defRPr sz="6000"/>
            </a:lvl9pPr>
          </a:lstStyle>
          <a:p>
            <a:endParaRPr/>
          </a:p>
        </p:txBody>
      </p:sp>
      <p:pic>
        <p:nvPicPr>
          <p:cNvPr id="45" name="Shape 45" descr="icon-white.png"/>
          <p:cNvPicPr preferRelativeResize="0"/>
          <p:nvPr/>
        </p:nvPicPr>
        <p:blipFill rotWithShape="1">
          <a:blip r:embed="rId2">
            <a:alphaModFix/>
          </a:blip>
          <a:srcRect/>
          <a:stretch/>
        </p:blipFill>
        <p:spPr>
          <a:xfrm>
            <a:off x="8524180" y="4134624"/>
            <a:ext cx="438222" cy="837900"/>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cSld name="Split Summary">
    <p:spTree>
      <p:nvGrpSpPr>
        <p:cNvPr id="1" name="Shape 46"/>
        <p:cNvGrpSpPr/>
        <p:nvPr/>
      </p:nvGrpSpPr>
      <p:grpSpPr>
        <a:xfrm>
          <a:off x="0" y="0"/>
          <a:ext cx="0" cy="0"/>
          <a:chOff x="0" y="0"/>
          <a:chExt cx="0" cy="0"/>
        </a:xfrm>
      </p:grpSpPr>
      <p:sp>
        <p:nvSpPr>
          <p:cNvPr id="47" name="Shape 47"/>
          <p:cNvSpPr/>
          <p:nvPr/>
        </p:nvSpPr>
        <p:spPr>
          <a:xfrm flipH="1">
            <a:off x="0" y="0"/>
            <a:ext cx="4572000" cy="5143500"/>
          </a:xfrm>
          <a:prstGeom prst="rect">
            <a:avLst/>
          </a:prstGeom>
          <a:solidFill>
            <a:schemeClr val="accent4"/>
          </a:solidFill>
          <a:ln>
            <a:noFill/>
          </a:ln>
        </p:spPr>
        <p:txBody>
          <a:bodyPr lIns="91425" tIns="91425" rIns="91425" bIns="91425" anchor="ctr" anchorCtr="0">
            <a:noAutofit/>
          </a:bodyPr>
          <a:lstStyle/>
          <a:p>
            <a:pPr lvl="0">
              <a:spcBef>
                <a:spcPts val="0"/>
              </a:spcBef>
              <a:buNone/>
            </a:pPr>
            <a:endParaRPr/>
          </a:p>
        </p:txBody>
      </p:sp>
      <p:sp>
        <p:nvSpPr>
          <p:cNvPr id="48" name="Shape 48"/>
          <p:cNvSpPr/>
          <p:nvPr/>
        </p:nvSpPr>
        <p:spPr>
          <a:xfrm rot="5400000">
            <a:off x="1946425" y="2517750"/>
            <a:ext cx="51429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lIns="91425" tIns="91425" rIns="91425" bIns="91425" anchor="ctr" anchorCtr="0">
            <a:noAutofit/>
          </a:bodyPr>
          <a:lstStyle/>
          <a:p>
            <a:pPr lvl="0">
              <a:spcBef>
                <a:spcPts val="0"/>
              </a:spcBef>
              <a:buNone/>
            </a:pPr>
            <a:endParaRPr/>
          </a:p>
        </p:txBody>
      </p:sp>
      <p:sp>
        <p:nvSpPr>
          <p:cNvPr id="49" name="Shape 49"/>
          <p:cNvSpPr txBox="1">
            <a:spLocks noGrp="1"/>
          </p:cNvSpPr>
          <p:nvPr>
            <p:ph type="title"/>
          </p:nvPr>
        </p:nvSpPr>
        <p:spPr>
          <a:xfrm>
            <a:off x="265500" y="1233175"/>
            <a:ext cx="4045200" cy="1482300"/>
          </a:xfrm>
          <a:prstGeom prst="rect">
            <a:avLst/>
          </a:prstGeom>
        </p:spPr>
        <p:txBody>
          <a:bodyPr lIns="91425" tIns="91425" rIns="91425" bIns="91425" anchor="b" anchorCtr="0"/>
          <a:lstStyle>
            <a:lvl1pPr lvl="0" algn="ctr" rtl="0">
              <a:spcBef>
                <a:spcPts val="0"/>
              </a:spcBef>
              <a:buClr>
                <a:srgbClr val="434343"/>
              </a:buClr>
              <a:buSzPct val="100000"/>
              <a:defRPr sz="4200">
                <a:solidFill>
                  <a:srgbClr val="434343"/>
                </a:solidFill>
              </a:defRPr>
            </a:lvl1pPr>
            <a:lvl2pPr lvl="1" algn="ctr" rtl="0">
              <a:spcBef>
                <a:spcPts val="0"/>
              </a:spcBef>
              <a:buClr>
                <a:schemeClr val="dk2"/>
              </a:buClr>
              <a:buSzPct val="100000"/>
              <a:defRPr sz="4200">
                <a:solidFill>
                  <a:schemeClr val="dk2"/>
                </a:solidFill>
              </a:defRPr>
            </a:lvl2pPr>
            <a:lvl3pPr lvl="2" algn="ctr" rtl="0">
              <a:spcBef>
                <a:spcPts val="0"/>
              </a:spcBef>
              <a:buClr>
                <a:schemeClr val="dk2"/>
              </a:buClr>
              <a:buSzPct val="100000"/>
              <a:defRPr sz="4200">
                <a:solidFill>
                  <a:schemeClr val="dk2"/>
                </a:solidFill>
              </a:defRPr>
            </a:lvl3pPr>
            <a:lvl4pPr lvl="3" algn="ctr" rtl="0">
              <a:spcBef>
                <a:spcPts val="0"/>
              </a:spcBef>
              <a:buClr>
                <a:schemeClr val="dk2"/>
              </a:buClr>
              <a:buSzPct val="100000"/>
              <a:defRPr sz="4200">
                <a:solidFill>
                  <a:schemeClr val="dk2"/>
                </a:solidFill>
              </a:defRPr>
            </a:lvl4pPr>
            <a:lvl5pPr lvl="4" algn="ctr" rtl="0">
              <a:spcBef>
                <a:spcPts val="0"/>
              </a:spcBef>
              <a:buClr>
                <a:schemeClr val="dk2"/>
              </a:buClr>
              <a:buSzPct val="100000"/>
              <a:defRPr sz="4200">
                <a:solidFill>
                  <a:schemeClr val="dk2"/>
                </a:solidFill>
              </a:defRPr>
            </a:lvl5pPr>
            <a:lvl6pPr lvl="5" algn="ctr" rtl="0">
              <a:spcBef>
                <a:spcPts val="0"/>
              </a:spcBef>
              <a:buClr>
                <a:schemeClr val="dk2"/>
              </a:buClr>
              <a:buSzPct val="100000"/>
              <a:defRPr sz="4200">
                <a:solidFill>
                  <a:schemeClr val="dk2"/>
                </a:solidFill>
              </a:defRPr>
            </a:lvl6pPr>
            <a:lvl7pPr lvl="6" algn="ctr" rtl="0">
              <a:spcBef>
                <a:spcPts val="0"/>
              </a:spcBef>
              <a:buClr>
                <a:schemeClr val="dk2"/>
              </a:buClr>
              <a:buSzPct val="100000"/>
              <a:defRPr sz="4200">
                <a:solidFill>
                  <a:schemeClr val="dk2"/>
                </a:solidFill>
              </a:defRPr>
            </a:lvl7pPr>
            <a:lvl8pPr lvl="7" algn="ctr" rtl="0">
              <a:spcBef>
                <a:spcPts val="0"/>
              </a:spcBef>
              <a:buClr>
                <a:schemeClr val="dk2"/>
              </a:buClr>
              <a:buSzPct val="100000"/>
              <a:defRPr sz="4200">
                <a:solidFill>
                  <a:schemeClr val="dk2"/>
                </a:solidFill>
              </a:defRPr>
            </a:lvl8pPr>
            <a:lvl9pPr lvl="8" algn="ctr" rtl="0">
              <a:spcBef>
                <a:spcPts val="0"/>
              </a:spcBef>
              <a:buClr>
                <a:schemeClr val="dk2"/>
              </a:buClr>
              <a:buSzPct val="100000"/>
              <a:defRPr sz="4200">
                <a:solidFill>
                  <a:schemeClr val="dk2"/>
                </a:solidFill>
              </a:defRPr>
            </a:lvl9pPr>
          </a:lstStyle>
          <a:p>
            <a:endParaRPr/>
          </a:p>
        </p:txBody>
      </p:sp>
      <p:sp>
        <p:nvSpPr>
          <p:cNvPr id="50" name="Shape 50"/>
          <p:cNvSpPr txBox="1">
            <a:spLocks noGrp="1"/>
          </p:cNvSpPr>
          <p:nvPr>
            <p:ph type="subTitle" idx="1"/>
          </p:nvPr>
        </p:nvSpPr>
        <p:spPr>
          <a:xfrm>
            <a:off x="265500" y="2779466"/>
            <a:ext cx="4045200" cy="1235099"/>
          </a:xfrm>
          <a:prstGeom prst="rect">
            <a:avLst/>
          </a:prstGeom>
        </p:spPr>
        <p:txBody>
          <a:bodyPr lIns="91425" tIns="91425" rIns="91425" bIns="91425" anchor="t" anchorCtr="0"/>
          <a:lstStyle>
            <a:lvl1pPr lvl="0" algn="ctr" rtl="0">
              <a:lnSpc>
                <a:spcPct val="100000"/>
              </a:lnSpc>
              <a:spcBef>
                <a:spcPts val="0"/>
              </a:spcBef>
              <a:spcAft>
                <a:spcPts val="0"/>
              </a:spcAft>
              <a:buSzPct val="100000"/>
              <a:buFont typeface="Calibri"/>
              <a:buNone/>
              <a:defRPr sz="2100">
                <a:latin typeface="Calibri"/>
                <a:ea typeface="Calibri"/>
                <a:cs typeface="Calibri"/>
                <a:sym typeface="Calibri"/>
              </a:defRPr>
            </a:lvl1pPr>
            <a:lvl2pPr lvl="1" algn="ctr" rtl="0">
              <a:lnSpc>
                <a:spcPct val="100000"/>
              </a:lnSpc>
              <a:spcBef>
                <a:spcPts val="0"/>
              </a:spcBef>
              <a:spcAft>
                <a:spcPts val="0"/>
              </a:spcAft>
              <a:buSzPct val="100000"/>
              <a:buNone/>
              <a:defRPr sz="2100"/>
            </a:lvl2pPr>
            <a:lvl3pPr lvl="2" algn="ctr" rtl="0">
              <a:lnSpc>
                <a:spcPct val="100000"/>
              </a:lnSpc>
              <a:spcBef>
                <a:spcPts val="0"/>
              </a:spcBef>
              <a:spcAft>
                <a:spcPts val="0"/>
              </a:spcAft>
              <a:buSzPct val="100000"/>
              <a:buNone/>
              <a:defRPr sz="2100"/>
            </a:lvl3pPr>
            <a:lvl4pPr lvl="3" algn="ctr" rtl="0">
              <a:lnSpc>
                <a:spcPct val="100000"/>
              </a:lnSpc>
              <a:spcBef>
                <a:spcPts val="0"/>
              </a:spcBef>
              <a:spcAft>
                <a:spcPts val="0"/>
              </a:spcAft>
              <a:buSzPct val="100000"/>
              <a:buNone/>
              <a:defRPr sz="2100"/>
            </a:lvl4pPr>
            <a:lvl5pPr lvl="4" algn="ctr" rtl="0">
              <a:lnSpc>
                <a:spcPct val="100000"/>
              </a:lnSpc>
              <a:spcBef>
                <a:spcPts val="0"/>
              </a:spcBef>
              <a:spcAft>
                <a:spcPts val="0"/>
              </a:spcAft>
              <a:buSzPct val="100000"/>
              <a:buNone/>
              <a:defRPr sz="2100"/>
            </a:lvl5pPr>
            <a:lvl6pPr lvl="5" algn="ctr" rtl="0">
              <a:lnSpc>
                <a:spcPct val="100000"/>
              </a:lnSpc>
              <a:spcBef>
                <a:spcPts val="0"/>
              </a:spcBef>
              <a:spcAft>
                <a:spcPts val="0"/>
              </a:spcAft>
              <a:buSzPct val="100000"/>
              <a:buNone/>
              <a:defRPr sz="2100"/>
            </a:lvl6pPr>
            <a:lvl7pPr lvl="6" algn="ctr" rtl="0">
              <a:lnSpc>
                <a:spcPct val="100000"/>
              </a:lnSpc>
              <a:spcBef>
                <a:spcPts val="0"/>
              </a:spcBef>
              <a:spcAft>
                <a:spcPts val="0"/>
              </a:spcAft>
              <a:buSzPct val="100000"/>
              <a:buNone/>
              <a:defRPr sz="2100"/>
            </a:lvl7pPr>
            <a:lvl8pPr lvl="7" algn="ctr" rtl="0">
              <a:lnSpc>
                <a:spcPct val="100000"/>
              </a:lnSpc>
              <a:spcBef>
                <a:spcPts val="0"/>
              </a:spcBef>
              <a:spcAft>
                <a:spcPts val="0"/>
              </a:spcAft>
              <a:buSzPct val="100000"/>
              <a:buNone/>
              <a:defRPr sz="2100"/>
            </a:lvl8pPr>
            <a:lvl9pPr lvl="8" algn="ctr" rtl="0">
              <a:lnSpc>
                <a:spcPct val="100000"/>
              </a:lnSpc>
              <a:spcBef>
                <a:spcPts val="0"/>
              </a:spcBef>
              <a:spcAft>
                <a:spcPts val="0"/>
              </a:spcAft>
              <a:buSzPct val="100000"/>
              <a:buNone/>
              <a:defRPr sz="2100"/>
            </a:lvl9pPr>
          </a:lstStyle>
          <a:p>
            <a:endParaRPr/>
          </a:p>
        </p:txBody>
      </p:sp>
      <p:sp>
        <p:nvSpPr>
          <p:cNvPr id="51" name="Shape 51"/>
          <p:cNvSpPr txBox="1">
            <a:spLocks noGrp="1"/>
          </p:cNvSpPr>
          <p:nvPr>
            <p:ph type="body" idx="2"/>
          </p:nvPr>
        </p:nvSpPr>
        <p:spPr>
          <a:xfrm>
            <a:off x="4939500" y="724200"/>
            <a:ext cx="3837000" cy="3695100"/>
          </a:xfrm>
          <a:prstGeom prst="rect">
            <a:avLst/>
          </a:prstGeom>
        </p:spPr>
        <p:txBody>
          <a:bodyPr lIns="91425" tIns="91425" rIns="91425" bIns="91425" anchor="ctr" anchorCtr="0"/>
          <a:lstStyle>
            <a:lvl1pPr lvl="0" rtl="0">
              <a:spcBef>
                <a:spcPts val="0"/>
              </a:spcBef>
              <a:buClr>
                <a:schemeClr val="lt1"/>
              </a:buClr>
              <a:buSzPct val="100000"/>
              <a:buFont typeface="Calibri"/>
              <a:defRPr sz="2200">
                <a:solidFill>
                  <a:schemeClr val="lt1"/>
                </a:solidFill>
                <a:latin typeface="Calibri"/>
                <a:ea typeface="Calibri"/>
                <a:cs typeface="Calibri"/>
                <a:sym typeface="Calibri"/>
              </a:defRPr>
            </a:lvl1pPr>
            <a:lvl2pPr lvl="1" rtl="0">
              <a:spcBef>
                <a:spcPts val="0"/>
              </a:spcBef>
              <a:buClr>
                <a:schemeClr val="lt1"/>
              </a:buClr>
              <a:buSzPct val="100000"/>
              <a:defRPr sz="1600">
                <a:solidFill>
                  <a:schemeClr val="lt1"/>
                </a:solidFill>
              </a:defRPr>
            </a:lvl2pPr>
            <a:lvl3pPr lvl="2" rtl="0">
              <a:spcBef>
                <a:spcPts val="0"/>
              </a:spcBef>
              <a:buClr>
                <a:schemeClr val="lt1"/>
              </a:buClr>
              <a:defRPr>
                <a:solidFill>
                  <a:schemeClr val="lt1"/>
                </a:solidFill>
              </a:defRPr>
            </a:lvl3pPr>
            <a:lvl4pPr lvl="3" rtl="0">
              <a:spcBef>
                <a:spcPts val="0"/>
              </a:spcBef>
              <a:buClr>
                <a:schemeClr val="lt1"/>
              </a:buClr>
              <a:defRPr>
                <a:solidFill>
                  <a:schemeClr val="lt1"/>
                </a:solidFill>
              </a:defRPr>
            </a:lvl4pPr>
            <a:lvl5pPr lvl="4" rtl="0">
              <a:spcBef>
                <a:spcPts val="0"/>
              </a:spcBef>
              <a:buClr>
                <a:schemeClr val="lt1"/>
              </a:buClr>
              <a:defRPr>
                <a:solidFill>
                  <a:schemeClr val="lt1"/>
                </a:solidFill>
              </a:defRPr>
            </a:lvl5pPr>
            <a:lvl6pPr lvl="5" rtl="0">
              <a:spcBef>
                <a:spcPts val="0"/>
              </a:spcBef>
              <a:buClr>
                <a:schemeClr val="lt1"/>
              </a:buClr>
              <a:defRPr>
                <a:solidFill>
                  <a:schemeClr val="lt1"/>
                </a:solidFill>
              </a:defRPr>
            </a:lvl6pPr>
            <a:lvl7pPr lvl="6" rtl="0">
              <a:spcBef>
                <a:spcPts val="0"/>
              </a:spcBef>
              <a:buClr>
                <a:schemeClr val="lt1"/>
              </a:buClr>
              <a:defRPr>
                <a:solidFill>
                  <a:schemeClr val="lt1"/>
                </a:solidFill>
              </a:defRPr>
            </a:lvl7pPr>
            <a:lvl8pPr lvl="7" rtl="0">
              <a:spcBef>
                <a:spcPts val="0"/>
              </a:spcBef>
              <a:buClr>
                <a:schemeClr val="lt1"/>
              </a:buClr>
              <a:defRPr>
                <a:solidFill>
                  <a:schemeClr val="lt1"/>
                </a:solidFill>
              </a:defRPr>
            </a:lvl8pPr>
            <a:lvl9pPr lvl="8" rtl="0">
              <a:spcBef>
                <a:spcPts val="0"/>
              </a:spcBef>
              <a:buClr>
                <a:schemeClr val="lt1"/>
              </a:buClr>
              <a:defRPr>
                <a:solidFill>
                  <a:schemeClr val="lt1"/>
                </a:solidFill>
              </a:defRPr>
            </a:lvl9pPr>
          </a:lstStyle>
          <a:p>
            <a:endParaRPr/>
          </a:p>
        </p:txBody>
      </p:sp>
      <p:pic>
        <p:nvPicPr>
          <p:cNvPr id="52" name="Shape 52" descr="icon-white.png"/>
          <p:cNvPicPr preferRelativeResize="0"/>
          <p:nvPr/>
        </p:nvPicPr>
        <p:blipFill rotWithShape="1">
          <a:blip r:embed="rId2">
            <a:alphaModFix/>
          </a:blip>
          <a:srcRect/>
          <a:stretch/>
        </p:blipFill>
        <p:spPr>
          <a:xfrm>
            <a:off x="8524180" y="4134624"/>
            <a:ext cx="438222" cy="837900"/>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cSld name="Author Profile">
    <p:spTree>
      <p:nvGrpSpPr>
        <p:cNvPr id="1" name="Shape 53"/>
        <p:cNvGrpSpPr/>
        <p:nvPr/>
      </p:nvGrpSpPr>
      <p:grpSpPr>
        <a:xfrm>
          <a:off x="0" y="0"/>
          <a:ext cx="0" cy="0"/>
          <a:chOff x="0" y="0"/>
          <a:chExt cx="0" cy="0"/>
        </a:xfrm>
      </p:grpSpPr>
      <p:sp>
        <p:nvSpPr>
          <p:cNvPr id="54" name="Shape 54"/>
          <p:cNvSpPr/>
          <p:nvPr/>
        </p:nvSpPr>
        <p:spPr>
          <a:xfrm flipH="1">
            <a:off x="0" y="0"/>
            <a:ext cx="4572000" cy="5143500"/>
          </a:xfrm>
          <a:prstGeom prst="rect">
            <a:avLst/>
          </a:prstGeom>
          <a:solidFill>
            <a:schemeClr val="accent4"/>
          </a:solidFill>
          <a:ln>
            <a:noFill/>
          </a:ln>
        </p:spPr>
        <p:txBody>
          <a:bodyPr lIns="91425" tIns="91425" rIns="91425" bIns="91425" anchor="ctr" anchorCtr="0">
            <a:noAutofit/>
          </a:bodyPr>
          <a:lstStyle/>
          <a:p>
            <a:pPr lvl="0">
              <a:spcBef>
                <a:spcPts val="0"/>
              </a:spcBef>
              <a:buNone/>
            </a:pPr>
            <a:endParaRPr/>
          </a:p>
        </p:txBody>
      </p:sp>
      <p:sp>
        <p:nvSpPr>
          <p:cNvPr id="55" name="Shape 55"/>
          <p:cNvSpPr/>
          <p:nvPr/>
        </p:nvSpPr>
        <p:spPr>
          <a:xfrm rot="5400000">
            <a:off x="1946425" y="2517750"/>
            <a:ext cx="51429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lIns="91425" tIns="91425" rIns="91425" bIns="91425" anchor="ctr" anchorCtr="0">
            <a:noAutofit/>
          </a:bodyPr>
          <a:lstStyle/>
          <a:p>
            <a:pPr lvl="0">
              <a:spcBef>
                <a:spcPts val="0"/>
              </a:spcBef>
              <a:buNone/>
            </a:pPr>
            <a:endParaRPr/>
          </a:p>
        </p:txBody>
      </p:sp>
      <p:sp>
        <p:nvSpPr>
          <p:cNvPr id="56" name="Shape 56"/>
          <p:cNvSpPr txBox="1">
            <a:spLocks noGrp="1"/>
          </p:cNvSpPr>
          <p:nvPr>
            <p:ph type="title"/>
          </p:nvPr>
        </p:nvSpPr>
        <p:spPr>
          <a:xfrm>
            <a:off x="265500" y="3387625"/>
            <a:ext cx="4045200" cy="1482300"/>
          </a:xfrm>
          <a:prstGeom prst="rect">
            <a:avLst/>
          </a:prstGeom>
        </p:spPr>
        <p:txBody>
          <a:bodyPr lIns="91425" tIns="91425" rIns="91425" bIns="91425" anchor="t" anchorCtr="0"/>
          <a:lstStyle>
            <a:lvl1pPr lvl="0" algn="ctr" rtl="0">
              <a:spcBef>
                <a:spcPts val="0"/>
              </a:spcBef>
              <a:buClr>
                <a:srgbClr val="4285F4"/>
              </a:buClr>
              <a:buSzPct val="100000"/>
              <a:defRPr sz="2400">
                <a:solidFill>
                  <a:srgbClr val="4285F4"/>
                </a:solidFill>
              </a:defRPr>
            </a:lvl1pPr>
            <a:lvl2pPr lvl="1" algn="ctr" rtl="0">
              <a:spcBef>
                <a:spcPts val="0"/>
              </a:spcBef>
              <a:buClr>
                <a:schemeClr val="dk2"/>
              </a:buClr>
              <a:buSzPct val="100000"/>
              <a:defRPr sz="4200">
                <a:solidFill>
                  <a:schemeClr val="dk2"/>
                </a:solidFill>
              </a:defRPr>
            </a:lvl2pPr>
            <a:lvl3pPr lvl="2" algn="ctr" rtl="0">
              <a:spcBef>
                <a:spcPts val="0"/>
              </a:spcBef>
              <a:buClr>
                <a:schemeClr val="dk2"/>
              </a:buClr>
              <a:buSzPct val="100000"/>
              <a:defRPr sz="4200">
                <a:solidFill>
                  <a:schemeClr val="dk2"/>
                </a:solidFill>
              </a:defRPr>
            </a:lvl3pPr>
            <a:lvl4pPr lvl="3" algn="ctr" rtl="0">
              <a:spcBef>
                <a:spcPts val="0"/>
              </a:spcBef>
              <a:buClr>
                <a:schemeClr val="dk2"/>
              </a:buClr>
              <a:buSzPct val="100000"/>
              <a:defRPr sz="4200">
                <a:solidFill>
                  <a:schemeClr val="dk2"/>
                </a:solidFill>
              </a:defRPr>
            </a:lvl4pPr>
            <a:lvl5pPr lvl="4" algn="ctr" rtl="0">
              <a:spcBef>
                <a:spcPts val="0"/>
              </a:spcBef>
              <a:buClr>
                <a:schemeClr val="dk2"/>
              </a:buClr>
              <a:buSzPct val="100000"/>
              <a:defRPr sz="4200">
                <a:solidFill>
                  <a:schemeClr val="dk2"/>
                </a:solidFill>
              </a:defRPr>
            </a:lvl5pPr>
            <a:lvl6pPr lvl="5" algn="ctr" rtl="0">
              <a:spcBef>
                <a:spcPts val="0"/>
              </a:spcBef>
              <a:buClr>
                <a:schemeClr val="dk2"/>
              </a:buClr>
              <a:buSzPct val="100000"/>
              <a:defRPr sz="4200">
                <a:solidFill>
                  <a:schemeClr val="dk2"/>
                </a:solidFill>
              </a:defRPr>
            </a:lvl6pPr>
            <a:lvl7pPr lvl="6" algn="ctr" rtl="0">
              <a:spcBef>
                <a:spcPts val="0"/>
              </a:spcBef>
              <a:buClr>
                <a:schemeClr val="dk2"/>
              </a:buClr>
              <a:buSzPct val="100000"/>
              <a:defRPr sz="4200">
                <a:solidFill>
                  <a:schemeClr val="dk2"/>
                </a:solidFill>
              </a:defRPr>
            </a:lvl7pPr>
            <a:lvl8pPr lvl="7" algn="ctr" rtl="0">
              <a:spcBef>
                <a:spcPts val="0"/>
              </a:spcBef>
              <a:buClr>
                <a:schemeClr val="dk2"/>
              </a:buClr>
              <a:buSzPct val="100000"/>
              <a:defRPr sz="4200">
                <a:solidFill>
                  <a:schemeClr val="dk2"/>
                </a:solidFill>
              </a:defRPr>
            </a:lvl8pPr>
            <a:lvl9pPr lvl="8" algn="ctr" rtl="0">
              <a:spcBef>
                <a:spcPts val="0"/>
              </a:spcBef>
              <a:buClr>
                <a:schemeClr val="dk2"/>
              </a:buClr>
              <a:buSzPct val="100000"/>
              <a:defRPr sz="4200">
                <a:solidFill>
                  <a:schemeClr val="dk2"/>
                </a:solidFill>
              </a:defRPr>
            </a:lvl9pPr>
          </a:lstStyle>
          <a:p>
            <a:endParaRPr/>
          </a:p>
        </p:txBody>
      </p:sp>
      <p:sp>
        <p:nvSpPr>
          <p:cNvPr id="57" name="Shape 57"/>
          <p:cNvSpPr txBox="1">
            <a:spLocks noGrp="1"/>
          </p:cNvSpPr>
          <p:nvPr>
            <p:ph type="body" idx="1"/>
          </p:nvPr>
        </p:nvSpPr>
        <p:spPr>
          <a:xfrm>
            <a:off x="4939500" y="724200"/>
            <a:ext cx="3837000" cy="3695100"/>
          </a:xfrm>
          <a:prstGeom prst="rect">
            <a:avLst/>
          </a:prstGeom>
        </p:spPr>
        <p:txBody>
          <a:bodyPr lIns="91425" tIns="91425" rIns="91425" bIns="91425" anchor="ctr" anchorCtr="0"/>
          <a:lstStyle>
            <a:lvl1pPr lvl="0" rtl="0">
              <a:spcBef>
                <a:spcPts val="0"/>
              </a:spcBef>
              <a:buClr>
                <a:schemeClr val="lt1"/>
              </a:buClr>
              <a:buSzPct val="100000"/>
              <a:buFont typeface="Calibri"/>
              <a:defRPr sz="2200">
                <a:solidFill>
                  <a:schemeClr val="lt1"/>
                </a:solidFill>
                <a:latin typeface="Calibri"/>
                <a:ea typeface="Calibri"/>
                <a:cs typeface="Calibri"/>
                <a:sym typeface="Calibri"/>
              </a:defRPr>
            </a:lvl1pPr>
            <a:lvl2pPr lvl="1" rtl="0">
              <a:spcBef>
                <a:spcPts val="0"/>
              </a:spcBef>
              <a:buClr>
                <a:schemeClr val="lt1"/>
              </a:buClr>
              <a:buSzPct val="100000"/>
              <a:defRPr sz="1600">
                <a:solidFill>
                  <a:schemeClr val="lt1"/>
                </a:solidFill>
              </a:defRPr>
            </a:lvl2pPr>
            <a:lvl3pPr lvl="2" rtl="0">
              <a:spcBef>
                <a:spcPts val="0"/>
              </a:spcBef>
              <a:buClr>
                <a:schemeClr val="lt1"/>
              </a:buClr>
              <a:defRPr>
                <a:solidFill>
                  <a:schemeClr val="lt1"/>
                </a:solidFill>
              </a:defRPr>
            </a:lvl3pPr>
            <a:lvl4pPr lvl="3" rtl="0">
              <a:spcBef>
                <a:spcPts val="0"/>
              </a:spcBef>
              <a:buClr>
                <a:schemeClr val="lt1"/>
              </a:buClr>
              <a:defRPr>
                <a:solidFill>
                  <a:schemeClr val="lt1"/>
                </a:solidFill>
              </a:defRPr>
            </a:lvl4pPr>
            <a:lvl5pPr lvl="4" rtl="0">
              <a:spcBef>
                <a:spcPts val="0"/>
              </a:spcBef>
              <a:buClr>
                <a:schemeClr val="lt1"/>
              </a:buClr>
              <a:defRPr>
                <a:solidFill>
                  <a:schemeClr val="lt1"/>
                </a:solidFill>
              </a:defRPr>
            </a:lvl5pPr>
            <a:lvl6pPr lvl="5" rtl="0">
              <a:spcBef>
                <a:spcPts val="0"/>
              </a:spcBef>
              <a:buClr>
                <a:schemeClr val="lt1"/>
              </a:buClr>
              <a:defRPr>
                <a:solidFill>
                  <a:schemeClr val="lt1"/>
                </a:solidFill>
              </a:defRPr>
            </a:lvl6pPr>
            <a:lvl7pPr lvl="6" rtl="0">
              <a:spcBef>
                <a:spcPts val="0"/>
              </a:spcBef>
              <a:buClr>
                <a:schemeClr val="lt1"/>
              </a:buClr>
              <a:defRPr>
                <a:solidFill>
                  <a:schemeClr val="lt1"/>
                </a:solidFill>
              </a:defRPr>
            </a:lvl7pPr>
            <a:lvl8pPr lvl="7" rtl="0">
              <a:spcBef>
                <a:spcPts val="0"/>
              </a:spcBef>
              <a:buClr>
                <a:schemeClr val="lt1"/>
              </a:buClr>
              <a:defRPr>
                <a:solidFill>
                  <a:schemeClr val="lt1"/>
                </a:solidFill>
              </a:defRPr>
            </a:lvl8pPr>
            <a:lvl9pPr lvl="8" rtl="0">
              <a:spcBef>
                <a:spcPts val="0"/>
              </a:spcBef>
              <a:buClr>
                <a:schemeClr val="lt1"/>
              </a:buClr>
              <a:defRPr>
                <a:solidFill>
                  <a:schemeClr val="lt1"/>
                </a:solidFill>
              </a:defRPr>
            </a:lvl9pPr>
          </a:lstStyle>
          <a:p>
            <a:endParaRPr/>
          </a:p>
        </p:txBody>
      </p:sp>
      <p:pic>
        <p:nvPicPr>
          <p:cNvPr id="58" name="Shape 58" descr="icon-white.png"/>
          <p:cNvPicPr preferRelativeResize="0"/>
          <p:nvPr/>
        </p:nvPicPr>
        <p:blipFill rotWithShape="1">
          <a:blip r:embed="rId2">
            <a:alphaModFix/>
          </a:blip>
          <a:srcRect/>
          <a:stretch/>
        </p:blipFill>
        <p:spPr>
          <a:xfrm>
            <a:off x="8524180" y="4134624"/>
            <a:ext cx="438222" cy="837900"/>
          </a:xfrm>
          <a:prstGeom prst="rect">
            <a:avLst/>
          </a:prstGeom>
          <a:noFill/>
          <a:ln>
            <a:noFill/>
          </a:ln>
        </p:spPr>
      </p:pic>
      <p:pic>
        <p:nvPicPr>
          <p:cNvPr id="59" name="Shape 59" descr="Corporate headshot of a man"/>
          <p:cNvPicPr preferRelativeResize="0"/>
          <p:nvPr/>
        </p:nvPicPr>
        <p:blipFill>
          <a:blip r:embed="rId3">
            <a:alphaModFix/>
          </a:blip>
          <a:stretch>
            <a:fillRect/>
          </a:stretch>
        </p:blipFill>
        <p:spPr>
          <a:xfrm>
            <a:off x="1142554" y="917976"/>
            <a:ext cx="2291100" cy="2291100"/>
          </a:xfrm>
          <a:prstGeom prst="ellipse">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cSld name="Caption">
    <p:spTree>
      <p:nvGrpSpPr>
        <p:cNvPr id="1" name="Shape 60"/>
        <p:cNvGrpSpPr/>
        <p:nvPr/>
      </p:nvGrpSpPr>
      <p:grpSpPr>
        <a:xfrm>
          <a:off x="0" y="0"/>
          <a:ext cx="0" cy="0"/>
          <a:chOff x="0" y="0"/>
          <a:chExt cx="0" cy="0"/>
        </a:xfrm>
      </p:grpSpPr>
      <p:sp>
        <p:nvSpPr>
          <p:cNvPr id="61" name="Shape 61"/>
          <p:cNvSpPr txBox="1"/>
          <p:nvPr/>
        </p:nvSpPr>
        <p:spPr>
          <a:xfrm rot="10800000" flipH="1">
            <a:off x="0" y="0"/>
            <a:ext cx="9144000" cy="4695900"/>
          </a:xfrm>
          <a:prstGeom prst="rect">
            <a:avLst/>
          </a:prstGeom>
          <a:solidFill>
            <a:schemeClr val="accent4"/>
          </a:solidFill>
          <a:ln>
            <a:noFill/>
          </a:ln>
        </p:spPr>
        <p:txBody>
          <a:bodyPr lIns="91425" tIns="91425" rIns="91425" bIns="91425" anchor="ctr" anchorCtr="0">
            <a:noAutofit/>
          </a:bodyPr>
          <a:lstStyle/>
          <a:p>
            <a:pPr lvl="0">
              <a:spcBef>
                <a:spcPts val="0"/>
              </a:spcBef>
              <a:buNone/>
            </a:pPr>
            <a:endParaRPr/>
          </a:p>
        </p:txBody>
      </p:sp>
      <p:sp>
        <p:nvSpPr>
          <p:cNvPr id="62" name="Shape 62"/>
          <p:cNvSpPr/>
          <p:nvPr/>
        </p:nvSpPr>
        <p:spPr>
          <a:xfrm rot="10800000" flipH="1">
            <a:off x="0" y="4622725"/>
            <a:ext cx="9144000" cy="741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lIns="91425" tIns="91425" rIns="91425" bIns="91425" anchor="ctr" anchorCtr="0">
            <a:noAutofit/>
          </a:bodyPr>
          <a:lstStyle/>
          <a:p>
            <a:pPr lvl="0">
              <a:spcBef>
                <a:spcPts val="0"/>
              </a:spcBef>
              <a:buNone/>
            </a:pPr>
            <a:endParaRPr/>
          </a:p>
        </p:txBody>
      </p:sp>
      <p:sp>
        <p:nvSpPr>
          <p:cNvPr id="63" name="Shape 63"/>
          <p:cNvSpPr txBox="1">
            <a:spLocks noGrp="1"/>
          </p:cNvSpPr>
          <p:nvPr>
            <p:ph type="body" idx="1"/>
          </p:nvPr>
        </p:nvSpPr>
        <p:spPr>
          <a:xfrm>
            <a:off x="57150" y="4696825"/>
            <a:ext cx="8382000" cy="446700"/>
          </a:xfrm>
          <a:prstGeom prst="rect">
            <a:avLst/>
          </a:prstGeom>
        </p:spPr>
        <p:txBody>
          <a:bodyPr lIns="91425" tIns="91425" rIns="91425" bIns="91425" anchor="ctr" anchorCtr="0"/>
          <a:lstStyle>
            <a:lvl1pPr lvl="0" rtl="0">
              <a:lnSpc>
                <a:spcPct val="100000"/>
              </a:lnSpc>
              <a:spcBef>
                <a:spcPts val="0"/>
              </a:spcBef>
              <a:spcAft>
                <a:spcPts val="0"/>
              </a:spcAft>
              <a:buClr>
                <a:schemeClr val="lt1"/>
              </a:buClr>
              <a:buFont typeface="Calibri"/>
              <a:buNone/>
              <a:defRPr>
                <a:solidFill>
                  <a:schemeClr val="lt1"/>
                </a:solidFill>
                <a:latin typeface="Calibri"/>
                <a:ea typeface="Calibri"/>
                <a:cs typeface="Calibri"/>
                <a:sym typeface="Calibri"/>
              </a:defRPr>
            </a:lvl1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cSld name="Big Number">
    <p:spTree>
      <p:nvGrpSpPr>
        <p:cNvPr id="1" name="Shape 64"/>
        <p:cNvGrpSpPr/>
        <p:nvPr/>
      </p:nvGrpSpPr>
      <p:grpSpPr>
        <a:xfrm>
          <a:off x="0" y="0"/>
          <a:ext cx="0" cy="0"/>
          <a:chOff x="0" y="0"/>
          <a:chExt cx="0" cy="0"/>
        </a:xfrm>
      </p:grpSpPr>
      <p:sp>
        <p:nvSpPr>
          <p:cNvPr id="65" name="Shape 65"/>
          <p:cNvSpPr txBox="1">
            <a:spLocks noGrp="1"/>
          </p:cNvSpPr>
          <p:nvPr>
            <p:ph type="title"/>
          </p:nvPr>
        </p:nvSpPr>
        <p:spPr>
          <a:xfrm>
            <a:off x="460950" y="1248300"/>
            <a:ext cx="8222100" cy="1963500"/>
          </a:xfrm>
          <a:prstGeom prst="rect">
            <a:avLst/>
          </a:prstGeom>
        </p:spPr>
        <p:txBody>
          <a:bodyPr lIns="91425" tIns="91425" rIns="91425" bIns="91425" anchor="b" anchorCtr="0"/>
          <a:lstStyle>
            <a:lvl1pPr lvl="0" algn="ctr" rtl="0">
              <a:spcBef>
                <a:spcPts val="0"/>
              </a:spcBef>
              <a:buClr>
                <a:srgbClr val="F3F3F3"/>
              </a:buClr>
              <a:buSzPct val="100000"/>
              <a:defRPr sz="12000">
                <a:solidFill>
                  <a:srgbClr val="F3F3F3"/>
                </a:solidFill>
              </a:defRPr>
            </a:lvl1pPr>
            <a:lvl2pPr lvl="1" algn="ctr" rtl="0">
              <a:spcBef>
                <a:spcPts val="0"/>
              </a:spcBef>
              <a:buClr>
                <a:schemeClr val="dk2"/>
              </a:buClr>
              <a:buSzPct val="100000"/>
              <a:defRPr sz="12000">
                <a:solidFill>
                  <a:schemeClr val="dk2"/>
                </a:solidFill>
              </a:defRPr>
            </a:lvl2pPr>
            <a:lvl3pPr lvl="2" algn="ctr" rtl="0">
              <a:spcBef>
                <a:spcPts val="0"/>
              </a:spcBef>
              <a:buClr>
                <a:schemeClr val="dk2"/>
              </a:buClr>
              <a:buSzPct val="100000"/>
              <a:defRPr sz="12000">
                <a:solidFill>
                  <a:schemeClr val="dk2"/>
                </a:solidFill>
              </a:defRPr>
            </a:lvl3pPr>
            <a:lvl4pPr lvl="3" algn="ctr" rtl="0">
              <a:spcBef>
                <a:spcPts val="0"/>
              </a:spcBef>
              <a:buClr>
                <a:schemeClr val="dk2"/>
              </a:buClr>
              <a:buSzPct val="100000"/>
              <a:defRPr sz="12000">
                <a:solidFill>
                  <a:schemeClr val="dk2"/>
                </a:solidFill>
              </a:defRPr>
            </a:lvl4pPr>
            <a:lvl5pPr lvl="4" algn="ctr" rtl="0">
              <a:spcBef>
                <a:spcPts val="0"/>
              </a:spcBef>
              <a:buClr>
                <a:schemeClr val="dk2"/>
              </a:buClr>
              <a:buSzPct val="100000"/>
              <a:defRPr sz="12000">
                <a:solidFill>
                  <a:schemeClr val="dk2"/>
                </a:solidFill>
              </a:defRPr>
            </a:lvl5pPr>
            <a:lvl6pPr lvl="5" algn="ctr" rtl="0">
              <a:spcBef>
                <a:spcPts val="0"/>
              </a:spcBef>
              <a:buClr>
                <a:schemeClr val="dk2"/>
              </a:buClr>
              <a:buSzPct val="100000"/>
              <a:defRPr sz="12000">
                <a:solidFill>
                  <a:schemeClr val="dk2"/>
                </a:solidFill>
              </a:defRPr>
            </a:lvl6pPr>
            <a:lvl7pPr lvl="6" algn="ctr" rtl="0">
              <a:spcBef>
                <a:spcPts val="0"/>
              </a:spcBef>
              <a:buClr>
                <a:schemeClr val="dk2"/>
              </a:buClr>
              <a:buSzPct val="100000"/>
              <a:defRPr sz="12000">
                <a:solidFill>
                  <a:schemeClr val="dk2"/>
                </a:solidFill>
              </a:defRPr>
            </a:lvl7pPr>
            <a:lvl8pPr lvl="7" algn="ctr" rtl="0">
              <a:spcBef>
                <a:spcPts val="0"/>
              </a:spcBef>
              <a:buClr>
                <a:schemeClr val="dk2"/>
              </a:buClr>
              <a:buSzPct val="100000"/>
              <a:defRPr sz="12000">
                <a:solidFill>
                  <a:schemeClr val="dk2"/>
                </a:solidFill>
              </a:defRPr>
            </a:lvl8pPr>
            <a:lvl9pPr lvl="8" algn="ctr" rtl="0">
              <a:spcBef>
                <a:spcPts val="0"/>
              </a:spcBef>
              <a:buClr>
                <a:schemeClr val="dk2"/>
              </a:buClr>
              <a:buSzPct val="100000"/>
              <a:defRPr sz="12000">
                <a:solidFill>
                  <a:schemeClr val="dk2"/>
                </a:solidFill>
              </a:defRPr>
            </a:lvl9pPr>
          </a:lstStyle>
          <a:p>
            <a:endParaRPr/>
          </a:p>
        </p:txBody>
      </p:sp>
      <p:sp>
        <p:nvSpPr>
          <p:cNvPr id="66" name="Shape 66"/>
          <p:cNvSpPr txBox="1">
            <a:spLocks noGrp="1"/>
          </p:cNvSpPr>
          <p:nvPr>
            <p:ph type="body" idx="1"/>
          </p:nvPr>
        </p:nvSpPr>
        <p:spPr>
          <a:xfrm>
            <a:off x="1595400" y="3273925"/>
            <a:ext cx="5953200" cy="1300800"/>
          </a:xfrm>
          <a:prstGeom prst="rect">
            <a:avLst/>
          </a:prstGeom>
        </p:spPr>
        <p:txBody>
          <a:bodyPr lIns="91425" tIns="91425" rIns="91425" bIns="91425" anchor="t" anchorCtr="0"/>
          <a:lstStyle>
            <a:lvl1pPr lvl="0" algn="ctr" rtl="0">
              <a:spcBef>
                <a:spcPts val="0"/>
              </a:spcBef>
              <a:buClr>
                <a:srgbClr val="F3F3F3"/>
              </a:buClr>
              <a:buFont typeface="Calibri"/>
              <a:defRPr>
                <a:solidFill>
                  <a:srgbClr val="F3F3F3"/>
                </a:solidFill>
                <a:latin typeface="Calibri"/>
                <a:ea typeface="Calibri"/>
                <a:cs typeface="Calibri"/>
                <a:sym typeface="Calibri"/>
              </a:defRPr>
            </a:lvl1pPr>
            <a:lvl2pPr lvl="1" algn="ctr" rtl="0">
              <a:spcBef>
                <a:spcPts val="0"/>
              </a:spcBef>
              <a:buClr>
                <a:srgbClr val="F3F3F3"/>
              </a:buClr>
              <a:buFont typeface="Calibri"/>
              <a:defRPr>
                <a:solidFill>
                  <a:srgbClr val="F3F3F3"/>
                </a:solidFill>
                <a:latin typeface="Calibri"/>
                <a:ea typeface="Calibri"/>
                <a:cs typeface="Calibri"/>
                <a:sym typeface="Calibri"/>
              </a:defRPr>
            </a:lvl2pPr>
            <a:lvl3pPr lvl="2" algn="ctr" rtl="0">
              <a:spcBef>
                <a:spcPts val="0"/>
              </a:spcBef>
              <a:buClr>
                <a:srgbClr val="F3F3F3"/>
              </a:buClr>
              <a:buFont typeface="Calibri"/>
              <a:defRPr>
                <a:solidFill>
                  <a:srgbClr val="F3F3F3"/>
                </a:solidFill>
                <a:latin typeface="Calibri"/>
                <a:ea typeface="Calibri"/>
                <a:cs typeface="Calibri"/>
                <a:sym typeface="Calibri"/>
              </a:defRPr>
            </a:lvl3pPr>
            <a:lvl4pPr lvl="3" algn="ctr" rtl="0">
              <a:spcBef>
                <a:spcPts val="0"/>
              </a:spcBef>
              <a:buClr>
                <a:srgbClr val="F3F3F3"/>
              </a:buClr>
              <a:buFont typeface="Calibri"/>
              <a:defRPr>
                <a:solidFill>
                  <a:srgbClr val="F3F3F3"/>
                </a:solidFill>
                <a:latin typeface="Calibri"/>
                <a:ea typeface="Calibri"/>
                <a:cs typeface="Calibri"/>
                <a:sym typeface="Calibri"/>
              </a:defRPr>
            </a:lvl4pPr>
            <a:lvl5pPr lvl="4" algn="ctr" rtl="0">
              <a:spcBef>
                <a:spcPts val="0"/>
              </a:spcBef>
              <a:buClr>
                <a:srgbClr val="F3F3F3"/>
              </a:buClr>
              <a:buFont typeface="Calibri"/>
              <a:defRPr>
                <a:solidFill>
                  <a:srgbClr val="F3F3F3"/>
                </a:solidFill>
                <a:latin typeface="Calibri"/>
                <a:ea typeface="Calibri"/>
                <a:cs typeface="Calibri"/>
                <a:sym typeface="Calibri"/>
              </a:defRPr>
            </a:lvl5pPr>
            <a:lvl6pPr lvl="5" algn="ctr" rtl="0">
              <a:spcBef>
                <a:spcPts val="0"/>
              </a:spcBef>
              <a:buClr>
                <a:srgbClr val="F3F3F3"/>
              </a:buClr>
              <a:buFont typeface="Calibri"/>
              <a:defRPr>
                <a:solidFill>
                  <a:srgbClr val="F3F3F3"/>
                </a:solidFill>
                <a:latin typeface="Calibri"/>
                <a:ea typeface="Calibri"/>
                <a:cs typeface="Calibri"/>
                <a:sym typeface="Calibri"/>
              </a:defRPr>
            </a:lvl6pPr>
            <a:lvl7pPr lvl="6" algn="ctr" rtl="0">
              <a:spcBef>
                <a:spcPts val="0"/>
              </a:spcBef>
              <a:buClr>
                <a:srgbClr val="F3F3F3"/>
              </a:buClr>
              <a:buFont typeface="Calibri"/>
              <a:defRPr>
                <a:solidFill>
                  <a:srgbClr val="F3F3F3"/>
                </a:solidFill>
                <a:latin typeface="Calibri"/>
                <a:ea typeface="Calibri"/>
                <a:cs typeface="Calibri"/>
                <a:sym typeface="Calibri"/>
              </a:defRPr>
            </a:lvl7pPr>
            <a:lvl8pPr lvl="7" algn="ctr" rtl="0">
              <a:spcBef>
                <a:spcPts val="0"/>
              </a:spcBef>
              <a:buClr>
                <a:srgbClr val="F3F3F3"/>
              </a:buClr>
              <a:buFont typeface="Calibri"/>
              <a:defRPr>
                <a:solidFill>
                  <a:srgbClr val="F3F3F3"/>
                </a:solidFill>
                <a:latin typeface="Calibri"/>
                <a:ea typeface="Calibri"/>
                <a:cs typeface="Calibri"/>
                <a:sym typeface="Calibri"/>
              </a:defRPr>
            </a:lvl8pPr>
            <a:lvl9pPr lvl="8" algn="ctr" rtl="0">
              <a:spcBef>
                <a:spcPts val="0"/>
              </a:spcBef>
              <a:buClr>
                <a:srgbClr val="F3F3F3"/>
              </a:buClr>
              <a:buFont typeface="Calibri"/>
              <a:defRPr>
                <a:solidFill>
                  <a:srgbClr val="F3F3F3"/>
                </a:solidFill>
                <a:latin typeface="Calibri"/>
                <a:ea typeface="Calibri"/>
                <a:cs typeface="Calibri"/>
                <a:sym typeface="Calibri"/>
              </a:defRPr>
            </a:lvl9pPr>
          </a:lstStyle>
          <a:p>
            <a:endParaRPr/>
          </a:p>
        </p:txBody>
      </p:sp>
      <p:pic>
        <p:nvPicPr>
          <p:cNvPr id="67" name="Shape 67" descr="icon-white.png"/>
          <p:cNvPicPr preferRelativeResize="0"/>
          <p:nvPr/>
        </p:nvPicPr>
        <p:blipFill rotWithShape="1">
          <a:blip r:embed="rId2">
            <a:alphaModFix/>
          </a:blip>
          <a:srcRect/>
          <a:stretch/>
        </p:blipFill>
        <p:spPr>
          <a:xfrm>
            <a:off x="8524180" y="4134624"/>
            <a:ext cx="438222" cy="837900"/>
          </a:xfrm>
          <a:prstGeom prst="rect">
            <a:avLst/>
          </a:prstGeom>
          <a:noFill/>
          <a:ln>
            <a:noFill/>
          </a:ln>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cSld name="Blank">
    <p:spTree>
      <p:nvGrpSpPr>
        <p:cNvPr id="1" name="Shape 68"/>
        <p:cNvGrpSpPr/>
        <p:nvPr/>
      </p:nvGrpSpPr>
      <p:grpSpPr>
        <a:xfrm>
          <a:off x="0" y="0"/>
          <a:ext cx="0" cy="0"/>
          <a:chOff x="0" y="0"/>
          <a:chExt cx="0" cy="0"/>
        </a:xfrm>
      </p:grpSpPr>
      <p:pic>
        <p:nvPicPr>
          <p:cNvPr id="69" name="Shape 69" descr="icon-white.png"/>
          <p:cNvPicPr preferRelativeResize="0"/>
          <p:nvPr/>
        </p:nvPicPr>
        <p:blipFill rotWithShape="1">
          <a:blip r:embed="rId2">
            <a:alphaModFix/>
          </a:blip>
          <a:srcRect/>
          <a:stretch/>
        </p:blipFill>
        <p:spPr>
          <a:xfrm>
            <a:off x="8524180" y="4134624"/>
            <a:ext cx="438222" cy="837900"/>
          </a:xfrm>
          <a:prstGeom prst="rect">
            <a:avLst/>
          </a:prstGeom>
          <a:noFill/>
          <a:ln>
            <a:noFill/>
          </a:ln>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Section End">
    <p:spTree>
      <p:nvGrpSpPr>
        <p:cNvPr id="1" name="Shape 70"/>
        <p:cNvGrpSpPr/>
        <p:nvPr/>
      </p:nvGrpSpPr>
      <p:grpSpPr>
        <a:xfrm>
          <a:off x="0" y="0"/>
          <a:ext cx="0" cy="0"/>
          <a:chOff x="0" y="0"/>
          <a:chExt cx="0" cy="0"/>
        </a:xfrm>
      </p:grpSpPr>
      <p:sp>
        <p:nvSpPr>
          <p:cNvPr id="71" name="Shape 71"/>
          <p:cNvSpPr txBox="1">
            <a:spLocks noGrp="1"/>
          </p:cNvSpPr>
          <p:nvPr>
            <p:ph type="body" idx="1"/>
          </p:nvPr>
        </p:nvSpPr>
        <p:spPr>
          <a:xfrm>
            <a:off x="4570050" y="564750"/>
            <a:ext cx="4106100" cy="4014000"/>
          </a:xfrm>
          <a:prstGeom prst="rect">
            <a:avLst/>
          </a:prstGeom>
        </p:spPr>
        <p:txBody>
          <a:bodyPr lIns="91425" tIns="91425" rIns="91425" bIns="91425" anchor="ctr" anchorCtr="0"/>
          <a:lstStyle>
            <a:lvl1pPr lvl="0">
              <a:spcBef>
                <a:spcPts val="0"/>
              </a:spcBef>
              <a:buClr>
                <a:srgbClr val="FFFFFF"/>
              </a:buClr>
              <a:defRPr>
                <a:solidFill>
                  <a:srgbClr val="FFFFFF"/>
                </a:solidFill>
              </a:defRPr>
            </a:lvl1pPr>
            <a:lvl2pPr lvl="1">
              <a:spcBef>
                <a:spcPts val="0"/>
              </a:spcBef>
              <a:buClr>
                <a:srgbClr val="FFFFFF"/>
              </a:buClr>
              <a:defRPr>
                <a:solidFill>
                  <a:srgbClr val="FFFFFF"/>
                </a:solidFill>
              </a:defRPr>
            </a:lvl2pPr>
            <a:lvl3pPr lvl="2">
              <a:spcBef>
                <a:spcPts val="0"/>
              </a:spcBef>
              <a:buClr>
                <a:srgbClr val="FFFFFF"/>
              </a:buClr>
              <a:defRPr>
                <a:solidFill>
                  <a:srgbClr val="FFFFFF"/>
                </a:solidFill>
              </a:defRPr>
            </a:lvl3pPr>
            <a:lvl4pPr lvl="3">
              <a:spcBef>
                <a:spcPts val="0"/>
              </a:spcBef>
              <a:buClr>
                <a:srgbClr val="FFFFFF"/>
              </a:buClr>
              <a:defRPr>
                <a:solidFill>
                  <a:srgbClr val="FFFFFF"/>
                </a:solidFill>
              </a:defRPr>
            </a:lvl4pPr>
            <a:lvl5pPr lvl="4">
              <a:spcBef>
                <a:spcPts val="0"/>
              </a:spcBef>
              <a:buClr>
                <a:srgbClr val="FFFFFF"/>
              </a:buClr>
              <a:defRPr>
                <a:solidFill>
                  <a:srgbClr val="FFFFFF"/>
                </a:solidFill>
              </a:defRPr>
            </a:lvl5pPr>
            <a:lvl6pPr lvl="5">
              <a:spcBef>
                <a:spcPts val="0"/>
              </a:spcBef>
              <a:buClr>
                <a:srgbClr val="FFFFFF"/>
              </a:buClr>
              <a:defRPr>
                <a:solidFill>
                  <a:srgbClr val="FFFFFF"/>
                </a:solidFill>
              </a:defRPr>
            </a:lvl6pPr>
            <a:lvl7pPr lvl="6">
              <a:spcBef>
                <a:spcPts val="0"/>
              </a:spcBef>
              <a:buClr>
                <a:srgbClr val="FFFFFF"/>
              </a:buClr>
              <a:defRPr>
                <a:solidFill>
                  <a:srgbClr val="FFFFFF"/>
                </a:solidFill>
              </a:defRPr>
            </a:lvl7pPr>
            <a:lvl8pPr lvl="7">
              <a:spcBef>
                <a:spcPts val="0"/>
              </a:spcBef>
              <a:buClr>
                <a:srgbClr val="FFFFFF"/>
              </a:buClr>
              <a:defRPr>
                <a:solidFill>
                  <a:srgbClr val="FFFFFF"/>
                </a:solidFill>
              </a:defRPr>
            </a:lvl8pPr>
            <a:lvl9pPr lvl="8">
              <a:spcBef>
                <a:spcPts val="0"/>
              </a:spcBef>
              <a:buClr>
                <a:srgbClr val="FFFFFF"/>
              </a:buClr>
              <a:defRPr>
                <a:solidFill>
                  <a:srgbClr val="FFFFFF"/>
                </a:solidFill>
              </a:defRPr>
            </a:lvl9pPr>
          </a:lstStyle>
          <a:p>
            <a:endParaRPr/>
          </a:p>
        </p:txBody>
      </p:sp>
      <p:pic>
        <p:nvPicPr>
          <p:cNvPr id="72" name="Shape 72" descr="Packt-Logo-white.png"/>
          <p:cNvPicPr preferRelativeResize="0"/>
          <p:nvPr/>
        </p:nvPicPr>
        <p:blipFill>
          <a:blip r:embed="rId2">
            <a:alphaModFix/>
          </a:blip>
          <a:stretch>
            <a:fillRect/>
          </a:stretch>
        </p:blipFill>
        <p:spPr>
          <a:xfrm>
            <a:off x="112750" y="1763405"/>
            <a:ext cx="3382881" cy="1616669"/>
          </a:xfrm>
          <a:prstGeom prst="rect">
            <a:avLst/>
          </a:prstGeom>
          <a:noFill/>
          <a:ln>
            <a:noFill/>
          </a:ln>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cSld name="Blank (Assembly)">
    <p:bg>
      <p:bgPr>
        <a:solidFill>
          <a:srgbClr val="3E5DAA"/>
        </a:solidFill>
        <a:effectLst/>
      </p:bgPr>
    </p:bg>
    <p:spTree>
      <p:nvGrpSpPr>
        <p:cNvPr id="1" name="Shape 73"/>
        <p:cNvGrpSpPr/>
        <p:nvPr/>
      </p:nvGrpSpPr>
      <p:grpSpPr>
        <a:xfrm>
          <a:off x="0" y="0"/>
          <a:ext cx="0" cy="0"/>
          <a:chOff x="0" y="0"/>
          <a:chExt cx="0" cy="0"/>
        </a:xfrm>
      </p:grpSpPr>
      <p:pic>
        <p:nvPicPr>
          <p:cNvPr id="74" name="Shape 74" descr="icon-white.png"/>
          <p:cNvPicPr preferRelativeResize="0"/>
          <p:nvPr/>
        </p:nvPicPr>
        <p:blipFill rotWithShape="1">
          <a:blip r:embed="rId2">
            <a:alphaModFix/>
          </a:blip>
          <a:srcRect/>
          <a:stretch/>
        </p:blipFill>
        <p:spPr>
          <a:xfrm>
            <a:off x="8524180" y="4134624"/>
            <a:ext cx="438222" cy="837900"/>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cSld name="Blank (Classic)">
    <p:bg>
      <p:bgPr>
        <a:solidFill>
          <a:srgbClr val="333333"/>
        </a:solidFill>
        <a:effectLst/>
      </p:bgPr>
    </p:bg>
    <p:spTree>
      <p:nvGrpSpPr>
        <p:cNvPr id="1" name="Shape 75"/>
        <p:cNvGrpSpPr/>
        <p:nvPr/>
      </p:nvGrpSpPr>
      <p:grpSpPr>
        <a:xfrm>
          <a:off x="0" y="0"/>
          <a:ext cx="0" cy="0"/>
          <a:chOff x="0" y="0"/>
          <a:chExt cx="0" cy="0"/>
        </a:xfrm>
      </p:grpSpPr>
      <p:pic>
        <p:nvPicPr>
          <p:cNvPr id="76" name="Shape 76" descr="icon-white.png"/>
          <p:cNvPicPr preferRelativeResize="0"/>
          <p:nvPr/>
        </p:nvPicPr>
        <p:blipFill rotWithShape="1">
          <a:blip r:embed="rId2">
            <a:alphaModFix/>
          </a:blip>
          <a:srcRect/>
          <a:stretch/>
        </p:blipFill>
        <p:spPr>
          <a:xfrm>
            <a:off x="8524180" y="4134624"/>
            <a:ext cx="438222" cy="837900"/>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cSld name="Blank (Ruby)">
    <p:bg>
      <p:bgPr>
        <a:solidFill>
          <a:srgbClr val="EE2D4A"/>
        </a:solidFill>
        <a:effectLst/>
      </p:bgPr>
    </p:bg>
    <p:spTree>
      <p:nvGrpSpPr>
        <p:cNvPr id="1" name="Shape 77"/>
        <p:cNvGrpSpPr/>
        <p:nvPr/>
      </p:nvGrpSpPr>
      <p:grpSpPr>
        <a:xfrm>
          <a:off x="0" y="0"/>
          <a:ext cx="0" cy="0"/>
          <a:chOff x="0" y="0"/>
          <a:chExt cx="0" cy="0"/>
        </a:xfrm>
      </p:grpSpPr>
      <p:pic>
        <p:nvPicPr>
          <p:cNvPr id="78" name="Shape 78" descr="icon-white.png"/>
          <p:cNvPicPr preferRelativeResize="0"/>
          <p:nvPr/>
        </p:nvPicPr>
        <p:blipFill rotWithShape="1">
          <a:blip r:embed="rId2">
            <a:alphaModFix/>
          </a:blip>
          <a:srcRect/>
          <a:stretch/>
        </p:blipFill>
        <p:spPr>
          <a:xfrm>
            <a:off x="8524180" y="4134624"/>
            <a:ext cx="438222" cy="837900"/>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cSld name="Blank (Field)">
    <p:bg>
      <p:bgPr>
        <a:solidFill>
          <a:srgbClr val="00A349"/>
        </a:solidFill>
        <a:effectLst/>
      </p:bgPr>
    </p:bg>
    <p:spTree>
      <p:nvGrpSpPr>
        <p:cNvPr id="1" name="Shape 79"/>
        <p:cNvGrpSpPr/>
        <p:nvPr/>
      </p:nvGrpSpPr>
      <p:grpSpPr>
        <a:xfrm>
          <a:off x="0" y="0"/>
          <a:ext cx="0" cy="0"/>
          <a:chOff x="0" y="0"/>
          <a:chExt cx="0" cy="0"/>
        </a:xfrm>
      </p:grpSpPr>
      <p:pic>
        <p:nvPicPr>
          <p:cNvPr id="80" name="Shape 80" descr="icon-white.png"/>
          <p:cNvPicPr preferRelativeResize="0"/>
          <p:nvPr/>
        </p:nvPicPr>
        <p:blipFill rotWithShape="1">
          <a:blip r:embed="rId2">
            <a:alphaModFix/>
          </a:blip>
          <a:srcRect/>
          <a:stretch/>
        </p:blipFill>
        <p:spPr>
          <a:xfrm>
            <a:off x="8524180" y="4134624"/>
            <a:ext cx="438222" cy="837900"/>
          </a:xfrm>
          <a:prstGeom prst="rect">
            <a:avLst/>
          </a:prstGeom>
          <a:noFill/>
          <a:ln>
            <a:noFill/>
          </a:ln>
        </p:spPr>
      </p:pic>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cSld name="Blank (Evolve)">
    <p:bg>
      <p:bgPr>
        <a:solidFill>
          <a:srgbClr val="29BEC6"/>
        </a:solidFill>
        <a:effectLst/>
      </p:bgPr>
    </p:bg>
    <p:spTree>
      <p:nvGrpSpPr>
        <p:cNvPr id="1" name="Shape 81"/>
        <p:cNvGrpSpPr/>
        <p:nvPr/>
      </p:nvGrpSpPr>
      <p:grpSpPr>
        <a:xfrm>
          <a:off x="0" y="0"/>
          <a:ext cx="0" cy="0"/>
          <a:chOff x="0" y="0"/>
          <a:chExt cx="0" cy="0"/>
        </a:xfrm>
      </p:grpSpPr>
      <p:pic>
        <p:nvPicPr>
          <p:cNvPr id="82" name="Shape 82" descr="icon-white.png"/>
          <p:cNvPicPr preferRelativeResize="0"/>
          <p:nvPr/>
        </p:nvPicPr>
        <p:blipFill rotWithShape="1">
          <a:blip r:embed="rId2">
            <a:alphaModFix/>
          </a:blip>
          <a:srcRect/>
          <a:stretch/>
        </p:blipFill>
        <p:spPr>
          <a:xfrm>
            <a:off x="8524180" y="4134624"/>
            <a:ext cx="438222" cy="837900"/>
          </a:xfrm>
          <a:prstGeom prst="rect">
            <a:avLst/>
          </a:prstGeom>
          <a:noFill/>
          <a:ln>
            <a:noFill/>
          </a:ln>
        </p:spPr>
      </p:pic>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cSld name="Blank (Hack)">
    <p:bg>
      <p:bgPr>
        <a:solidFill>
          <a:srgbClr val="4C3896"/>
        </a:solidFill>
        <a:effectLst/>
      </p:bgPr>
    </p:bg>
    <p:spTree>
      <p:nvGrpSpPr>
        <p:cNvPr id="1" name="Shape 83"/>
        <p:cNvGrpSpPr/>
        <p:nvPr/>
      </p:nvGrpSpPr>
      <p:grpSpPr>
        <a:xfrm>
          <a:off x="0" y="0"/>
          <a:ext cx="0" cy="0"/>
          <a:chOff x="0" y="0"/>
          <a:chExt cx="0" cy="0"/>
        </a:xfrm>
      </p:grpSpPr>
      <p:pic>
        <p:nvPicPr>
          <p:cNvPr id="84" name="Shape 84" descr="icon-white.png"/>
          <p:cNvPicPr preferRelativeResize="0"/>
          <p:nvPr/>
        </p:nvPicPr>
        <p:blipFill rotWithShape="1">
          <a:blip r:embed="rId2">
            <a:alphaModFix/>
          </a:blip>
          <a:srcRect/>
          <a:stretch/>
        </p:blipFill>
        <p:spPr>
          <a:xfrm>
            <a:off x="8524180" y="4134624"/>
            <a:ext cx="438222" cy="837900"/>
          </a:xfrm>
          <a:prstGeom prst="rect">
            <a:avLst/>
          </a:prstGeom>
          <a:noFill/>
          <a:ln>
            <a:noFill/>
          </a:ln>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cSld name="Blank (Sprint)">
    <p:bg>
      <p:bgPr>
        <a:solidFill>
          <a:srgbClr val="BE1A8C"/>
        </a:solidFill>
        <a:effectLst/>
      </p:bgPr>
    </p:bg>
    <p:spTree>
      <p:nvGrpSpPr>
        <p:cNvPr id="1" name="Shape 85"/>
        <p:cNvGrpSpPr/>
        <p:nvPr/>
      </p:nvGrpSpPr>
      <p:grpSpPr>
        <a:xfrm>
          <a:off x="0" y="0"/>
          <a:ext cx="0" cy="0"/>
          <a:chOff x="0" y="0"/>
          <a:chExt cx="0" cy="0"/>
        </a:xfrm>
      </p:grpSpPr>
      <p:pic>
        <p:nvPicPr>
          <p:cNvPr id="86" name="Shape 86" descr="icon-white.png"/>
          <p:cNvPicPr preferRelativeResize="0"/>
          <p:nvPr/>
        </p:nvPicPr>
        <p:blipFill rotWithShape="1">
          <a:blip r:embed="rId2">
            <a:alphaModFix/>
          </a:blip>
          <a:srcRect/>
          <a:stretch/>
        </p:blipFill>
        <p:spPr>
          <a:xfrm>
            <a:off x="8524180" y="4134624"/>
            <a:ext cx="438222" cy="837900"/>
          </a:xfrm>
          <a:prstGeom prst="rect">
            <a:avLst/>
          </a:prstGeom>
          <a:noFill/>
          <a:ln>
            <a:noFill/>
          </a:ln>
        </p:spPr>
      </p:pic>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itle">
  <p:cSld name="Course Title and Author Name">
    <p:bg>
      <p:bgPr>
        <a:solidFill>
          <a:srgbClr val="F37021"/>
        </a:solidFill>
        <a:effectLst/>
      </p:bgPr>
    </p:bg>
    <p:spTree>
      <p:nvGrpSpPr>
        <p:cNvPr id="1" name="Shape 91"/>
        <p:cNvGrpSpPr/>
        <p:nvPr/>
      </p:nvGrpSpPr>
      <p:grpSpPr>
        <a:xfrm>
          <a:off x="0" y="0"/>
          <a:ext cx="0" cy="0"/>
          <a:chOff x="0" y="0"/>
          <a:chExt cx="0" cy="0"/>
        </a:xfrm>
      </p:grpSpPr>
      <p:sp>
        <p:nvSpPr>
          <p:cNvPr id="92" name="Shape 92"/>
          <p:cNvSpPr txBox="1">
            <a:spLocks noGrp="1"/>
          </p:cNvSpPr>
          <p:nvPr>
            <p:ph type="ctrTitle"/>
          </p:nvPr>
        </p:nvSpPr>
        <p:spPr>
          <a:xfrm>
            <a:off x="390525" y="1819275"/>
            <a:ext cx="8222100" cy="933600"/>
          </a:xfrm>
          <a:prstGeom prst="rect">
            <a:avLst/>
          </a:prstGeom>
        </p:spPr>
        <p:txBody>
          <a:bodyPr lIns="91425" tIns="91425" rIns="91425" bIns="91425" anchor="b" anchorCtr="0"/>
          <a:lstStyle>
            <a:lvl1pPr lvl="0" rtl="0">
              <a:spcBef>
                <a:spcPts val="0"/>
              </a:spcBef>
              <a:buSzPct val="100000"/>
              <a:buFont typeface="Calibri"/>
              <a:defRPr sz="4800">
                <a:latin typeface="Calibri"/>
                <a:ea typeface="Calibri"/>
                <a:cs typeface="Calibri"/>
                <a:sym typeface="Calibri"/>
              </a:defRPr>
            </a:lvl1pPr>
            <a:lvl2pPr lvl="1" rtl="0">
              <a:spcBef>
                <a:spcPts val="0"/>
              </a:spcBef>
              <a:buSzPct val="100000"/>
              <a:defRPr sz="4800"/>
            </a:lvl2pPr>
            <a:lvl3pPr lvl="2" rtl="0">
              <a:spcBef>
                <a:spcPts val="0"/>
              </a:spcBef>
              <a:buSzPct val="100000"/>
              <a:defRPr sz="4800"/>
            </a:lvl3pPr>
            <a:lvl4pPr lvl="3" rtl="0">
              <a:spcBef>
                <a:spcPts val="0"/>
              </a:spcBef>
              <a:buSzPct val="100000"/>
              <a:defRPr sz="4800"/>
            </a:lvl4pPr>
            <a:lvl5pPr lvl="4" rtl="0">
              <a:spcBef>
                <a:spcPts val="0"/>
              </a:spcBef>
              <a:buSzPct val="100000"/>
              <a:defRPr sz="4800"/>
            </a:lvl5pPr>
            <a:lvl6pPr lvl="5" rtl="0">
              <a:spcBef>
                <a:spcPts val="0"/>
              </a:spcBef>
              <a:buSzPct val="100000"/>
              <a:defRPr sz="4800"/>
            </a:lvl6pPr>
            <a:lvl7pPr lvl="6" rtl="0">
              <a:spcBef>
                <a:spcPts val="0"/>
              </a:spcBef>
              <a:buSzPct val="100000"/>
              <a:defRPr sz="4800"/>
            </a:lvl7pPr>
            <a:lvl8pPr lvl="7" rtl="0">
              <a:spcBef>
                <a:spcPts val="0"/>
              </a:spcBef>
              <a:buSzPct val="100000"/>
              <a:defRPr sz="4800"/>
            </a:lvl8pPr>
            <a:lvl9pPr lvl="8" rtl="0">
              <a:spcBef>
                <a:spcPts val="0"/>
              </a:spcBef>
              <a:buSzPct val="100000"/>
              <a:defRPr sz="4800"/>
            </a:lvl9pPr>
          </a:lstStyle>
          <a:p>
            <a:endParaRPr/>
          </a:p>
        </p:txBody>
      </p:sp>
      <p:sp>
        <p:nvSpPr>
          <p:cNvPr id="93" name="Shape 93"/>
          <p:cNvSpPr txBox="1">
            <a:spLocks noGrp="1"/>
          </p:cNvSpPr>
          <p:nvPr>
            <p:ph type="subTitle" idx="1"/>
          </p:nvPr>
        </p:nvSpPr>
        <p:spPr>
          <a:xfrm>
            <a:off x="390525" y="2789130"/>
            <a:ext cx="8222100" cy="432900"/>
          </a:xfrm>
          <a:prstGeom prst="rect">
            <a:avLst/>
          </a:prstGeom>
        </p:spPr>
        <p:txBody>
          <a:bodyPr lIns="91425" tIns="91425" rIns="91425" bIns="91425" anchor="t" anchorCtr="0"/>
          <a:lstStyle>
            <a:lvl1pPr lvl="0" rtl="0">
              <a:lnSpc>
                <a:spcPct val="100000"/>
              </a:lnSpc>
              <a:spcBef>
                <a:spcPts val="0"/>
              </a:spcBef>
              <a:spcAft>
                <a:spcPts val="0"/>
              </a:spcAft>
              <a:buClr>
                <a:schemeClr val="lt1"/>
              </a:buClr>
              <a:buSzPct val="100000"/>
              <a:buFont typeface="Calibri"/>
              <a:buNone/>
              <a:defRPr sz="2200">
                <a:solidFill>
                  <a:schemeClr val="lt1"/>
                </a:solidFill>
                <a:latin typeface="Calibri"/>
                <a:ea typeface="Calibri"/>
                <a:cs typeface="Calibri"/>
                <a:sym typeface="Calibri"/>
              </a:defRPr>
            </a:lvl1pPr>
            <a:lvl2pPr lvl="1" rtl="0">
              <a:lnSpc>
                <a:spcPct val="100000"/>
              </a:lnSpc>
              <a:spcBef>
                <a:spcPts val="0"/>
              </a:spcBef>
              <a:spcAft>
                <a:spcPts val="0"/>
              </a:spcAft>
              <a:buClr>
                <a:schemeClr val="lt1"/>
              </a:buClr>
              <a:buSzPct val="100000"/>
              <a:buNone/>
              <a:defRPr sz="2200">
                <a:solidFill>
                  <a:schemeClr val="lt1"/>
                </a:solidFill>
              </a:defRPr>
            </a:lvl2pPr>
            <a:lvl3pPr lvl="2" rtl="0">
              <a:lnSpc>
                <a:spcPct val="100000"/>
              </a:lnSpc>
              <a:spcBef>
                <a:spcPts val="0"/>
              </a:spcBef>
              <a:spcAft>
                <a:spcPts val="0"/>
              </a:spcAft>
              <a:buClr>
                <a:schemeClr val="lt1"/>
              </a:buClr>
              <a:buSzPct val="100000"/>
              <a:buNone/>
              <a:defRPr sz="2200">
                <a:solidFill>
                  <a:schemeClr val="lt1"/>
                </a:solidFill>
              </a:defRPr>
            </a:lvl3pPr>
            <a:lvl4pPr lvl="3" rtl="0">
              <a:lnSpc>
                <a:spcPct val="100000"/>
              </a:lnSpc>
              <a:spcBef>
                <a:spcPts val="0"/>
              </a:spcBef>
              <a:spcAft>
                <a:spcPts val="0"/>
              </a:spcAft>
              <a:buClr>
                <a:schemeClr val="lt1"/>
              </a:buClr>
              <a:buSzPct val="100000"/>
              <a:buNone/>
              <a:defRPr sz="2200">
                <a:solidFill>
                  <a:schemeClr val="lt1"/>
                </a:solidFill>
              </a:defRPr>
            </a:lvl4pPr>
            <a:lvl5pPr lvl="4" rtl="0">
              <a:lnSpc>
                <a:spcPct val="100000"/>
              </a:lnSpc>
              <a:spcBef>
                <a:spcPts val="0"/>
              </a:spcBef>
              <a:spcAft>
                <a:spcPts val="0"/>
              </a:spcAft>
              <a:buClr>
                <a:schemeClr val="lt1"/>
              </a:buClr>
              <a:buSzPct val="100000"/>
              <a:buNone/>
              <a:defRPr sz="2200">
                <a:solidFill>
                  <a:schemeClr val="lt1"/>
                </a:solidFill>
              </a:defRPr>
            </a:lvl5pPr>
            <a:lvl6pPr lvl="5" rtl="0">
              <a:lnSpc>
                <a:spcPct val="100000"/>
              </a:lnSpc>
              <a:spcBef>
                <a:spcPts val="0"/>
              </a:spcBef>
              <a:spcAft>
                <a:spcPts val="0"/>
              </a:spcAft>
              <a:buClr>
                <a:schemeClr val="lt1"/>
              </a:buClr>
              <a:buSzPct val="100000"/>
              <a:buNone/>
              <a:defRPr sz="2200">
                <a:solidFill>
                  <a:schemeClr val="lt1"/>
                </a:solidFill>
              </a:defRPr>
            </a:lvl6pPr>
            <a:lvl7pPr lvl="6" rtl="0">
              <a:lnSpc>
                <a:spcPct val="100000"/>
              </a:lnSpc>
              <a:spcBef>
                <a:spcPts val="0"/>
              </a:spcBef>
              <a:spcAft>
                <a:spcPts val="0"/>
              </a:spcAft>
              <a:buClr>
                <a:schemeClr val="lt1"/>
              </a:buClr>
              <a:buSzPct val="100000"/>
              <a:buNone/>
              <a:defRPr sz="2200">
                <a:solidFill>
                  <a:schemeClr val="lt1"/>
                </a:solidFill>
              </a:defRPr>
            </a:lvl7pPr>
            <a:lvl8pPr lvl="7" rtl="0">
              <a:lnSpc>
                <a:spcPct val="100000"/>
              </a:lnSpc>
              <a:spcBef>
                <a:spcPts val="0"/>
              </a:spcBef>
              <a:spcAft>
                <a:spcPts val="0"/>
              </a:spcAft>
              <a:buClr>
                <a:schemeClr val="lt1"/>
              </a:buClr>
              <a:buSzPct val="100000"/>
              <a:buNone/>
              <a:defRPr sz="2200">
                <a:solidFill>
                  <a:schemeClr val="lt1"/>
                </a:solidFill>
              </a:defRPr>
            </a:lvl8pPr>
            <a:lvl9pPr lvl="8" rtl="0">
              <a:lnSpc>
                <a:spcPct val="100000"/>
              </a:lnSpc>
              <a:spcBef>
                <a:spcPts val="0"/>
              </a:spcBef>
              <a:spcAft>
                <a:spcPts val="0"/>
              </a:spcAft>
              <a:buClr>
                <a:schemeClr val="lt1"/>
              </a:buClr>
              <a:buSzPct val="100000"/>
              <a:buNone/>
              <a:defRPr sz="2200">
                <a:solidFill>
                  <a:schemeClr val="lt1"/>
                </a:solidFill>
              </a:defRPr>
            </a:lvl9pPr>
          </a:lstStyle>
          <a:p>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cSld name="Section and Subsection Title">
    <p:bg>
      <p:bgPr>
        <a:solidFill>
          <a:srgbClr val="F37021"/>
        </a:solidFill>
        <a:effectLst/>
      </p:bgPr>
    </p:bg>
    <p:spTree>
      <p:nvGrpSpPr>
        <p:cNvPr id="1" name="Shape 94"/>
        <p:cNvGrpSpPr/>
        <p:nvPr/>
      </p:nvGrpSpPr>
      <p:grpSpPr>
        <a:xfrm>
          <a:off x="0" y="0"/>
          <a:ext cx="0" cy="0"/>
          <a:chOff x="0" y="0"/>
          <a:chExt cx="0" cy="0"/>
        </a:xfrm>
      </p:grpSpPr>
      <p:sp>
        <p:nvSpPr>
          <p:cNvPr id="95" name="Shape 95"/>
          <p:cNvSpPr txBox="1">
            <a:spLocks noGrp="1"/>
          </p:cNvSpPr>
          <p:nvPr>
            <p:ph type="ctrTitle"/>
          </p:nvPr>
        </p:nvSpPr>
        <p:spPr>
          <a:xfrm>
            <a:off x="390525" y="1819275"/>
            <a:ext cx="8222100" cy="933600"/>
          </a:xfrm>
          <a:prstGeom prst="rect">
            <a:avLst/>
          </a:prstGeom>
        </p:spPr>
        <p:txBody>
          <a:bodyPr lIns="91425" tIns="91425" rIns="91425" bIns="91425" anchor="b" anchorCtr="0"/>
          <a:lstStyle>
            <a:lvl1pPr lvl="0" rtl="0">
              <a:spcBef>
                <a:spcPts val="0"/>
              </a:spcBef>
              <a:buSzPct val="100000"/>
              <a:buFont typeface="Calibri"/>
              <a:defRPr sz="4800">
                <a:latin typeface="Calibri"/>
                <a:ea typeface="Calibri"/>
                <a:cs typeface="Calibri"/>
                <a:sym typeface="Calibri"/>
              </a:defRPr>
            </a:lvl1pPr>
            <a:lvl2pPr lvl="1" rtl="0">
              <a:spcBef>
                <a:spcPts val="0"/>
              </a:spcBef>
              <a:buSzPct val="100000"/>
              <a:defRPr sz="4800"/>
            </a:lvl2pPr>
            <a:lvl3pPr lvl="2" rtl="0">
              <a:spcBef>
                <a:spcPts val="0"/>
              </a:spcBef>
              <a:buSzPct val="100000"/>
              <a:defRPr sz="4800"/>
            </a:lvl3pPr>
            <a:lvl4pPr lvl="3" rtl="0">
              <a:spcBef>
                <a:spcPts val="0"/>
              </a:spcBef>
              <a:buSzPct val="100000"/>
              <a:defRPr sz="4800"/>
            </a:lvl4pPr>
            <a:lvl5pPr lvl="4" rtl="0">
              <a:spcBef>
                <a:spcPts val="0"/>
              </a:spcBef>
              <a:buSzPct val="100000"/>
              <a:defRPr sz="4800"/>
            </a:lvl5pPr>
            <a:lvl6pPr lvl="5" rtl="0">
              <a:spcBef>
                <a:spcPts val="0"/>
              </a:spcBef>
              <a:buSzPct val="100000"/>
              <a:defRPr sz="4800"/>
            </a:lvl6pPr>
            <a:lvl7pPr lvl="6" rtl="0">
              <a:spcBef>
                <a:spcPts val="0"/>
              </a:spcBef>
              <a:buSzPct val="100000"/>
              <a:defRPr sz="4800"/>
            </a:lvl7pPr>
            <a:lvl8pPr lvl="7" rtl="0">
              <a:spcBef>
                <a:spcPts val="0"/>
              </a:spcBef>
              <a:buSzPct val="100000"/>
              <a:defRPr sz="4800"/>
            </a:lvl8pPr>
            <a:lvl9pPr lvl="8" rtl="0">
              <a:spcBef>
                <a:spcPts val="0"/>
              </a:spcBef>
              <a:buSzPct val="100000"/>
              <a:defRPr sz="4800"/>
            </a:lvl9pPr>
          </a:lstStyle>
          <a:p>
            <a:endParaRPr/>
          </a:p>
        </p:txBody>
      </p:sp>
      <p:sp>
        <p:nvSpPr>
          <p:cNvPr id="96" name="Shape 96"/>
          <p:cNvSpPr txBox="1">
            <a:spLocks noGrp="1"/>
          </p:cNvSpPr>
          <p:nvPr>
            <p:ph type="subTitle" idx="1"/>
          </p:nvPr>
        </p:nvSpPr>
        <p:spPr>
          <a:xfrm>
            <a:off x="390525" y="2789130"/>
            <a:ext cx="8222100" cy="432900"/>
          </a:xfrm>
          <a:prstGeom prst="rect">
            <a:avLst/>
          </a:prstGeom>
        </p:spPr>
        <p:txBody>
          <a:bodyPr lIns="91425" tIns="91425" rIns="91425" bIns="91425" anchor="t" anchorCtr="0"/>
          <a:lstStyle>
            <a:lvl1pPr lvl="0" rtl="0">
              <a:lnSpc>
                <a:spcPct val="100000"/>
              </a:lnSpc>
              <a:spcBef>
                <a:spcPts val="0"/>
              </a:spcBef>
              <a:spcAft>
                <a:spcPts val="0"/>
              </a:spcAft>
              <a:buClr>
                <a:schemeClr val="lt1"/>
              </a:buClr>
              <a:buSzPct val="100000"/>
              <a:buFont typeface="Calibri"/>
              <a:buNone/>
              <a:defRPr sz="2200">
                <a:solidFill>
                  <a:schemeClr val="lt1"/>
                </a:solidFill>
                <a:latin typeface="Calibri"/>
                <a:ea typeface="Calibri"/>
                <a:cs typeface="Calibri"/>
                <a:sym typeface="Calibri"/>
              </a:defRPr>
            </a:lvl1pPr>
            <a:lvl2pPr lvl="1" rtl="0">
              <a:lnSpc>
                <a:spcPct val="100000"/>
              </a:lnSpc>
              <a:spcBef>
                <a:spcPts val="0"/>
              </a:spcBef>
              <a:spcAft>
                <a:spcPts val="0"/>
              </a:spcAft>
              <a:buClr>
                <a:schemeClr val="lt1"/>
              </a:buClr>
              <a:buSzPct val="100000"/>
              <a:buNone/>
              <a:defRPr sz="2200">
                <a:solidFill>
                  <a:schemeClr val="lt1"/>
                </a:solidFill>
              </a:defRPr>
            </a:lvl2pPr>
            <a:lvl3pPr lvl="2" rtl="0">
              <a:lnSpc>
                <a:spcPct val="100000"/>
              </a:lnSpc>
              <a:spcBef>
                <a:spcPts val="0"/>
              </a:spcBef>
              <a:spcAft>
                <a:spcPts val="0"/>
              </a:spcAft>
              <a:buClr>
                <a:schemeClr val="lt1"/>
              </a:buClr>
              <a:buSzPct val="100000"/>
              <a:buNone/>
              <a:defRPr sz="2200">
                <a:solidFill>
                  <a:schemeClr val="lt1"/>
                </a:solidFill>
              </a:defRPr>
            </a:lvl3pPr>
            <a:lvl4pPr lvl="3" rtl="0">
              <a:lnSpc>
                <a:spcPct val="100000"/>
              </a:lnSpc>
              <a:spcBef>
                <a:spcPts val="0"/>
              </a:spcBef>
              <a:spcAft>
                <a:spcPts val="0"/>
              </a:spcAft>
              <a:buClr>
                <a:schemeClr val="lt1"/>
              </a:buClr>
              <a:buSzPct val="100000"/>
              <a:buNone/>
              <a:defRPr sz="2200">
                <a:solidFill>
                  <a:schemeClr val="lt1"/>
                </a:solidFill>
              </a:defRPr>
            </a:lvl4pPr>
            <a:lvl5pPr lvl="4" rtl="0">
              <a:lnSpc>
                <a:spcPct val="100000"/>
              </a:lnSpc>
              <a:spcBef>
                <a:spcPts val="0"/>
              </a:spcBef>
              <a:spcAft>
                <a:spcPts val="0"/>
              </a:spcAft>
              <a:buClr>
                <a:schemeClr val="lt1"/>
              </a:buClr>
              <a:buSzPct val="100000"/>
              <a:buNone/>
              <a:defRPr sz="2200">
                <a:solidFill>
                  <a:schemeClr val="lt1"/>
                </a:solidFill>
              </a:defRPr>
            </a:lvl5pPr>
            <a:lvl6pPr lvl="5" rtl="0">
              <a:lnSpc>
                <a:spcPct val="100000"/>
              </a:lnSpc>
              <a:spcBef>
                <a:spcPts val="0"/>
              </a:spcBef>
              <a:spcAft>
                <a:spcPts val="0"/>
              </a:spcAft>
              <a:buClr>
                <a:schemeClr val="lt1"/>
              </a:buClr>
              <a:buSzPct val="100000"/>
              <a:buNone/>
              <a:defRPr sz="2200">
                <a:solidFill>
                  <a:schemeClr val="lt1"/>
                </a:solidFill>
              </a:defRPr>
            </a:lvl6pPr>
            <a:lvl7pPr lvl="6" rtl="0">
              <a:lnSpc>
                <a:spcPct val="100000"/>
              </a:lnSpc>
              <a:spcBef>
                <a:spcPts val="0"/>
              </a:spcBef>
              <a:spcAft>
                <a:spcPts val="0"/>
              </a:spcAft>
              <a:buClr>
                <a:schemeClr val="lt1"/>
              </a:buClr>
              <a:buSzPct val="100000"/>
              <a:buNone/>
              <a:defRPr sz="2200">
                <a:solidFill>
                  <a:schemeClr val="lt1"/>
                </a:solidFill>
              </a:defRPr>
            </a:lvl7pPr>
            <a:lvl8pPr lvl="7" rtl="0">
              <a:lnSpc>
                <a:spcPct val="100000"/>
              </a:lnSpc>
              <a:spcBef>
                <a:spcPts val="0"/>
              </a:spcBef>
              <a:spcAft>
                <a:spcPts val="0"/>
              </a:spcAft>
              <a:buClr>
                <a:schemeClr val="lt1"/>
              </a:buClr>
              <a:buSzPct val="100000"/>
              <a:buNone/>
              <a:defRPr sz="2200">
                <a:solidFill>
                  <a:schemeClr val="lt1"/>
                </a:solidFill>
              </a:defRPr>
            </a:lvl8pPr>
            <a:lvl9pPr lvl="8" rtl="0">
              <a:lnSpc>
                <a:spcPct val="100000"/>
              </a:lnSpc>
              <a:spcBef>
                <a:spcPts val="0"/>
              </a:spcBef>
              <a:spcAft>
                <a:spcPts val="0"/>
              </a:spcAft>
              <a:buClr>
                <a:schemeClr val="lt1"/>
              </a:buClr>
              <a:buSzPct val="100000"/>
              <a:buNone/>
              <a:defRPr sz="2200">
                <a:solidFill>
                  <a:schemeClr val="lt1"/>
                </a:solidFill>
              </a:defRPr>
            </a:lvl9pPr>
          </a:lstStyle>
          <a:p>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x">
  <p:cSld name="Title and Body">
    <p:spTree>
      <p:nvGrpSpPr>
        <p:cNvPr id="1" name="Shape 99"/>
        <p:cNvGrpSpPr/>
        <p:nvPr/>
      </p:nvGrpSpPr>
      <p:grpSpPr>
        <a:xfrm>
          <a:off x="0" y="0"/>
          <a:ext cx="0" cy="0"/>
          <a:chOff x="0" y="0"/>
          <a:chExt cx="0" cy="0"/>
        </a:xfrm>
      </p:grpSpPr>
      <p:sp>
        <p:nvSpPr>
          <p:cNvPr id="100" name="Shape 100"/>
          <p:cNvSpPr/>
          <p:nvPr/>
        </p:nvSpPr>
        <p:spPr>
          <a:xfrm rot="10800000" flipH="1">
            <a:off x="0" y="1686000"/>
            <a:ext cx="9144000" cy="3457500"/>
          </a:xfrm>
          <a:prstGeom prst="rect">
            <a:avLst/>
          </a:prstGeom>
          <a:solidFill>
            <a:schemeClr val="accent4"/>
          </a:solidFill>
          <a:ln>
            <a:noFill/>
          </a:ln>
        </p:spPr>
        <p:txBody>
          <a:bodyPr lIns="91425" tIns="91425" rIns="91425" bIns="91425" anchor="ctr" anchorCtr="0">
            <a:noAutofit/>
          </a:bodyPr>
          <a:lstStyle/>
          <a:p>
            <a:pPr lvl="0">
              <a:spcBef>
                <a:spcPts val="0"/>
              </a:spcBef>
              <a:buNone/>
            </a:pPr>
            <a:endParaRPr/>
          </a:p>
        </p:txBody>
      </p:sp>
      <p:sp>
        <p:nvSpPr>
          <p:cNvPr id="101" name="Shape 101"/>
          <p:cNvSpPr/>
          <p:nvPr/>
        </p:nvSpPr>
        <p:spPr>
          <a:xfrm>
            <a:off x="0" y="1686000"/>
            <a:ext cx="91440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lIns="91425" tIns="91425" rIns="91425" bIns="91425" anchor="ctr" anchorCtr="0">
            <a:noAutofit/>
          </a:bodyPr>
          <a:lstStyle/>
          <a:p>
            <a:pPr lvl="0">
              <a:spcBef>
                <a:spcPts val="0"/>
              </a:spcBef>
              <a:buNone/>
            </a:pPr>
            <a:endParaRPr/>
          </a:p>
        </p:txBody>
      </p:sp>
      <p:sp>
        <p:nvSpPr>
          <p:cNvPr id="102" name="Shape 102"/>
          <p:cNvSpPr txBox="1">
            <a:spLocks noGrp="1"/>
          </p:cNvSpPr>
          <p:nvPr>
            <p:ph type="title"/>
          </p:nvPr>
        </p:nvSpPr>
        <p:spPr>
          <a:xfrm>
            <a:off x="471900" y="738725"/>
            <a:ext cx="8222100" cy="767700"/>
          </a:xfrm>
          <a:prstGeom prst="rect">
            <a:avLst/>
          </a:prstGeom>
        </p:spPr>
        <p:txBody>
          <a:bodyPr lIns="91425" tIns="91425" rIns="91425" bIns="91425" anchor="b" anchorCtr="0"/>
          <a:lstStyle>
            <a:lvl1pPr lvl="0" rtl="0">
              <a:spcBef>
                <a:spcPts val="0"/>
              </a:spcBef>
              <a:defRPr/>
            </a:lvl1pPr>
            <a:lvl2pPr lvl="1" rtl="0">
              <a:spcBef>
                <a:spcPts val="0"/>
              </a:spcBef>
              <a:defRPr/>
            </a:lvl2pPr>
            <a:lvl3pPr lvl="2" rtl="0">
              <a:spcBef>
                <a:spcPts val="0"/>
              </a:spcBef>
              <a:defRPr/>
            </a:lvl3pPr>
            <a:lvl4pPr lvl="3" rtl="0">
              <a:spcBef>
                <a:spcPts val="0"/>
              </a:spcBef>
              <a:defRPr/>
            </a:lvl4pPr>
            <a:lvl5pPr lvl="4" rtl="0">
              <a:spcBef>
                <a:spcPts val="0"/>
              </a:spcBef>
              <a:defRPr/>
            </a:lvl5pPr>
            <a:lvl6pPr lvl="5" rtl="0">
              <a:spcBef>
                <a:spcPts val="0"/>
              </a:spcBef>
              <a:defRPr/>
            </a:lvl6pPr>
            <a:lvl7pPr lvl="6" rtl="0">
              <a:spcBef>
                <a:spcPts val="0"/>
              </a:spcBef>
              <a:defRPr/>
            </a:lvl7pPr>
            <a:lvl8pPr lvl="7" rtl="0">
              <a:spcBef>
                <a:spcPts val="0"/>
              </a:spcBef>
              <a:defRPr/>
            </a:lvl8pPr>
            <a:lvl9pPr lvl="8" rtl="0">
              <a:spcBef>
                <a:spcPts val="0"/>
              </a:spcBef>
              <a:defRPr/>
            </a:lvl9pPr>
          </a:lstStyle>
          <a:p>
            <a:endParaRPr/>
          </a:p>
        </p:txBody>
      </p:sp>
      <p:sp>
        <p:nvSpPr>
          <p:cNvPr id="103" name="Shape 103"/>
          <p:cNvSpPr txBox="1">
            <a:spLocks noGrp="1"/>
          </p:cNvSpPr>
          <p:nvPr>
            <p:ph type="body" idx="1"/>
          </p:nvPr>
        </p:nvSpPr>
        <p:spPr>
          <a:xfrm>
            <a:off x="471900" y="1919075"/>
            <a:ext cx="8222100" cy="2710200"/>
          </a:xfrm>
          <a:prstGeom prst="rect">
            <a:avLst/>
          </a:prstGeom>
        </p:spPr>
        <p:txBody>
          <a:bodyPr lIns="91425" tIns="91425" rIns="91425" bIns="91425" anchor="t" anchorCtr="0"/>
          <a:lstStyle>
            <a:lvl1pPr lvl="0" rtl="0">
              <a:spcBef>
                <a:spcPts val="0"/>
              </a:spcBef>
              <a:buClr>
                <a:srgbClr val="434343"/>
              </a:buClr>
              <a:buSzPct val="100000"/>
              <a:buFont typeface="Calibri"/>
              <a:defRPr sz="2000">
                <a:solidFill>
                  <a:srgbClr val="434343"/>
                </a:solidFill>
                <a:latin typeface="Calibri"/>
                <a:ea typeface="Calibri"/>
                <a:cs typeface="Calibri"/>
                <a:sym typeface="Calibri"/>
              </a:defRPr>
            </a:lvl1pPr>
            <a:lvl2pPr lvl="1" rtl="0">
              <a:spcBef>
                <a:spcPts val="0"/>
              </a:spcBef>
              <a:buClr>
                <a:srgbClr val="434343"/>
              </a:buClr>
              <a:buSzPct val="100000"/>
              <a:buFont typeface="Calibri"/>
              <a:defRPr sz="1800">
                <a:solidFill>
                  <a:srgbClr val="434343"/>
                </a:solidFill>
                <a:latin typeface="Calibri"/>
                <a:ea typeface="Calibri"/>
                <a:cs typeface="Calibri"/>
                <a:sym typeface="Calibri"/>
              </a:defRPr>
            </a:lvl2pPr>
            <a:lvl3pPr lvl="2" rtl="0">
              <a:spcBef>
                <a:spcPts val="0"/>
              </a:spcBef>
              <a:buClr>
                <a:srgbClr val="434343"/>
              </a:buClr>
              <a:buSzPct val="100000"/>
              <a:buFont typeface="Calibri"/>
              <a:defRPr sz="1600">
                <a:solidFill>
                  <a:srgbClr val="434343"/>
                </a:solidFill>
                <a:latin typeface="Calibri"/>
                <a:ea typeface="Calibri"/>
                <a:cs typeface="Calibri"/>
                <a:sym typeface="Calibri"/>
              </a:defRPr>
            </a:lvl3pPr>
            <a:lvl4pPr lvl="3" rtl="0">
              <a:spcBef>
                <a:spcPts val="0"/>
              </a:spcBef>
              <a:buClr>
                <a:srgbClr val="434343"/>
              </a:buClr>
              <a:buFont typeface="Calibri"/>
              <a:defRPr>
                <a:solidFill>
                  <a:srgbClr val="434343"/>
                </a:solidFill>
                <a:latin typeface="Calibri"/>
                <a:ea typeface="Calibri"/>
                <a:cs typeface="Calibri"/>
                <a:sym typeface="Calibri"/>
              </a:defRPr>
            </a:lvl4pPr>
            <a:lvl5pPr lvl="4" rtl="0">
              <a:spcBef>
                <a:spcPts val="0"/>
              </a:spcBef>
              <a:buClr>
                <a:srgbClr val="434343"/>
              </a:buClr>
              <a:buFont typeface="Calibri"/>
              <a:defRPr>
                <a:solidFill>
                  <a:srgbClr val="434343"/>
                </a:solidFill>
                <a:latin typeface="Calibri"/>
                <a:ea typeface="Calibri"/>
                <a:cs typeface="Calibri"/>
                <a:sym typeface="Calibri"/>
              </a:defRPr>
            </a:lvl5pPr>
            <a:lvl6pPr lvl="5" rtl="0">
              <a:spcBef>
                <a:spcPts val="0"/>
              </a:spcBef>
              <a:buClr>
                <a:srgbClr val="434343"/>
              </a:buClr>
              <a:buFont typeface="Calibri"/>
              <a:defRPr>
                <a:solidFill>
                  <a:srgbClr val="434343"/>
                </a:solidFill>
                <a:latin typeface="Calibri"/>
                <a:ea typeface="Calibri"/>
                <a:cs typeface="Calibri"/>
                <a:sym typeface="Calibri"/>
              </a:defRPr>
            </a:lvl6pPr>
            <a:lvl7pPr lvl="6" rtl="0">
              <a:spcBef>
                <a:spcPts val="0"/>
              </a:spcBef>
              <a:buClr>
                <a:srgbClr val="434343"/>
              </a:buClr>
              <a:buFont typeface="Calibri"/>
              <a:defRPr>
                <a:solidFill>
                  <a:srgbClr val="434343"/>
                </a:solidFill>
                <a:latin typeface="Calibri"/>
                <a:ea typeface="Calibri"/>
                <a:cs typeface="Calibri"/>
                <a:sym typeface="Calibri"/>
              </a:defRPr>
            </a:lvl7pPr>
            <a:lvl8pPr lvl="7" rtl="0">
              <a:spcBef>
                <a:spcPts val="0"/>
              </a:spcBef>
              <a:buClr>
                <a:srgbClr val="434343"/>
              </a:buClr>
              <a:buFont typeface="Calibri"/>
              <a:defRPr>
                <a:solidFill>
                  <a:srgbClr val="434343"/>
                </a:solidFill>
                <a:latin typeface="Calibri"/>
                <a:ea typeface="Calibri"/>
                <a:cs typeface="Calibri"/>
                <a:sym typeface="Calibri"/>
              </a:defRPr>
            </a:lvl8pPr>
            <a:lvl9pPr lvl="8" rtl="0">
              <a:spcBef>
                <a:spcPts val="0"/>
              </a:spcBef>
              <a:buClr>
                <a:srgbClr val="434343"/>
              </a:buClr>
              <a:buFont typeface="Calibri"/>
              <a:defRPr>
                <a:solidFill>
                  <a:srgbClr val="434343"/>
                </a:solidFill>
                <a:latin typeface="Calibri"/>
                <a:ea typeface="Calibri"/>
                <a:cs typeface="Calibri"/>
                <a:sym typeface="Calibri"/>
              </a:defRPr>
            </a:lvl9pPr>
          </a:lstStyle>
          <a:p>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Shape 110"/>
        <p:cNvGrpSpPr/>
        <p:nvPr/>
      </p:nvGrpSpPr>
      <p:grpSpPr>
        <a:xfrm>
          <a:off x="0" y="0"/>
          <a:ext cx="0" cy="0"/>
          <a:chOff x="0" y="0"/>
          <a:chExt cx="0" cy="0"/>
        </a:xfrm>
      </p:grpSpPr>
      <p:sp>
        <p:nvSpPr>
          <p:cNvPr id="111" name="Shape 111"/>
          <p:cNvSpPr/>
          <p:nvPr/>
        </p:nvSpPr>
        <p:spPr>
          <a:xfrm rot="10800000" flipH="1">
            <a:off x="0" y="656400"/>
            <a:ext cx="9144000" cy="4487100"/>
          </a:xfrm>
          <a:prstGeom prst="rect">
            <a:avLst/>
          </a:prstGeom>
          <a:solidFill>
            <a:schemeClr val="accent4"/>
          </a:solidFill>
          <a:ln>
            <a:noFill/>
          </a:ln>
        </p:spPr>
        <p:txBody>
          <a:bodyPr lIns="91425" tIns="91425" rIns="91425" bIns="91425" anchor="ctr" anchorCtr="0">
            <a:noAutofit/>
          </a:bodyPr>
          <a:lstStyle/>
          <a:p>
            <a:pPr lvl="0">
              <a:spcBef>
                <a:spcPts val="0"/>
              </a:spcBef>
              <a:buNone/>
            </a:pPr>
            <a:endParaRPr/>
          </a:p>
        </p:txBody>
      </p:sp>
      <p:sp>
        <p:nvSpPr>
          <p:cNvPr id="112" name="Shape 112"/>
          <p:cNvSpPr/>
          <p:nvPr/>
        </p:nvSpPr>
        <p:spPr>
          <a:xfrm>
            <a:off x="0" y="656350"/>
            <a:ext cx="91440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lIns="91425" tIns="91425" rIns="91425" bIns="91425" anchor="ctr" anchorCtr="0">
            <a:noAutofit/>
          </a:bodyPr>
          <a:lstStyle/>
          <a:p>
            <a:pPr lvl="0">
              <a:spcBef>
                <a:spcPts val="0"/>
              </a:spcBef>
              <a:buNone/>
            </a:pPr>
            <a:endParaRPr/>
          </a:p>
        </p:txBody>
      </p:sp>
      <p:sp>
        <p:nvSpPr>
          <p:cNvPr id="113" name="Shape 113"/>
          <p:cNvSpPr txBox="1">
            <a:spLocks noGrp="1"/>
          </p:cNvSpPr>
          <p:nvPr>
            <p:ph type="title"/>
          </p:nvPr>
        </p:nvSpPr>
        <p:spPr>
          <a:xfrm>
            <a:off x="98250" y="16350"/>
            <a:ext cx="8826600" cy="602700"/>
          </a:xfrm>
          <a:prstGeom prst="rect">
            <a:avLst/>
          </a:prstGeom>
        </p:spPr>
        <p:txBody>
          <a:bodyPr lIns="91425" tIns="91425" rIns="91425" bIns="91425" anchor="ctr" anchorCtr="0"/>
          <a:lstStyle>
            <a:lvl1pPr lvl="0" rtl="0">
              <a:spcBef>
                <a:spcPts val="0"/>
              </a:spcBef>
              <a:buSzPct val="100000"/>
              <a:defRPr sz="2000"/>
            </a:lvl1pPr>
            <a:lvl2pPr lvl="1" rtl="0">
              <a:spcBef>
                <a:spcPts val="0"/>
              </a:spcBef>
              <a:buSzPct val="100000"/>
              <a:defRPr sz="1800"/>
            </a:lvl2pPr>
            <a:lvl3pPr lvl="2" rtl="0">
              <a:spcBef>
                <a:spcPts val="0"/>
              </a:spcBef>
              <a:buSzPct val="100000"/>
              <a:defRPr sz="1800"/>
            </a:lvl3pPr>
            <a:lvl4pPr lvl="3" rtl="0">
              <a:spcBef>
                <a:spcPts val="0"/>
              </a:spcBef>
              <a:buSzPct val="100000"/>
              <a:defRPr sz="1800"/>
            </a:lvl4pPr>
            <a:lvl5pPr lvl="4" rtl="0">
              <a:spcBef>
                <a:spcPts val="0"/>
              </a:spcBef>
              <a:buSzPct val="100000"/>
              <a:defRPr sz="1800"/>
            </a:lvl5pPr>
            <a:lvl6pPr lvl="5" rtl="0">
              <a:spcBef>
                <a:spcPts val="0"/>
              </a:spcBef>
              <a:buSzPct val="100000"/>
              <a:defRPr sz="1800"/>
            </a:lvl6pPr>
            <a:lvl7pPr lvl="6" rtl="0">
              <a:spcBef>
                <a:spcPts val="0"/>
              </a:spcBef>
              <a:buSzPct val="100000"/>
              <a:defRPr sz="1800"/>
            </a:lvl7pPr>
            <a:lvl8pPr lvl="7" rtl="0">
              <a:spcBef>
                <a:spcPts val="0"/>
              </a:spcBef>
              <a:buSzPct val="100000"/>
              <a:defRPr sz="1800"/>
            </a:lvl8pPr>
            <a:lvl9pPr lvl="8" rtl="0">
              <a:spcBef>
                <a:spcPts val="0"/>
              </a:spcBef>
              <a:buSzPct val="100000"/>
              <a:defRPr sz="1800"/>
            </a:lvl9pPr>
          </a:lstStyle>
          <a:p>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cSld name="Caption">
    <p:spTree>
      <p:nvGrpSpPr>
        <p:cNvPr id="1" name="Shape 133"/>
        <p:cNvGrpSpPr/>
        <p:nvPr/>
      </p:nvGrpSpPr>
      <p:grpSpPr>
        <a:xfrm>
          <a:off x="0" y="0"/>
          <a:ext cx="0" cy="0"/>
          <a:chOff x="0" y="0"/>
          <a:chExt cx="0" cy="0"/>
        </a:xfrm>
      </p:grpSpPr>
      <p:sp>
        <p:nvSpPr>
          <p:cNvPr id="134" name="Shape 134"/>
          <p:cNvSpPr txBox="1"/>
          <p:nvPr/>
        </p:nvSpPr>
        <p:spPr>
          <a:xfrm rot="10800000" flipH="1">
            <a:off x="0" y="0"/>
            <a:ext cx="9144000" cy="4695900"/>
          </a:xfrm>
          <a:prstGeom prst="rect">
            <a:avLst/>
          </a:prstGeom>
          <a:solidFill>
            <a:schemeClr val="accent4"/>
          </a:solidFill>
          <a:ln>
            <a:noFill/>
          </a:ln>
        </p:spPr>
        <p:txBody>
          <a:bodyPr lIns="91425" tIns="91425" rIns="91425" bIns="91425" anchor="ctr" anchorCtr="0">
            <a:noAutofit/>
          </a:bodyPr>
          <a:lstStyle/>
          <a:p>
            <a:pPr lvl="0">
              <a:spcBef>
                <a:spcPts val="0"/>
              </a:spcBef>
              <a:buNone/>
            </a:pPr>
            <a:endParaRPr/>
          </a:p>
        </p:txBody>
      </p:sp>
      <p:sp>
        <p:nvSpPr>
          <p:cNvPr id="135" name="Shape 135"/>
          <p:cNvSpPr/>
          <p:nvPr/>
        </p:nvSpPr>
        <p:spPr>
          <a:xfrm rot="10800000" flipH="1">
            <a:off x="0" y="4622725"/>
            <a:ext cx="9144000" cy="741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lIns="91425" tIns="91425" rIns="91425" bIns="91425" anchor="ctr" anchorCtr="0">
            <a:noAutofit/>
          </a:bodyPr>
          <a:lstStyle/>
          <a:p>
            <a:pPr lvl="0">
              <a:spcBef>
                <a:spcPts val="0"/>
              </a:spcBef>
              <a:buNone/>
            </a:pPr>
            <a:endParaRPr/>
          </a:p>
        </p:txBody>
      </p:sp>
      <p:sp>
        <p:nvSpPr>
          <p:cNvPr id="136" name="Shape 136"/>
          <p:cNvSpPr txBox="1">
            <a:spLocks noGrp="1"/>
          </p:cNvSpPr>
          <p:nvPr>
            <p:ph type="body" idx="1"/>
          </p:nvPr>
        </p:nvSpPr>
        <p:spPr>
          <a:xfrm>
            <a:off x="57150" y="4696825"/>
            <a:ext cx="8382000" cy="446700"/>
          </a:xfrm>
          <a:prstGeom prst="rect">
            <a:avLst/>
          </a:prstGeom>
        </p:spPr>
        <p:txBody>
          <a:bodyPr lIns="91425" tIns="91425" rIns="91425" bIns="91425" anchor="ctr" anchorCtr="0"/>
          <a:lstStyle>
            <a:lvl1pPr lvl="0" rtl="0">
              <a:lnSpc>
                <a:spcPct val="100000"/>
              </a:lnSpc>
              <a:spcBef>
                <a:spcPts val="0"/>
              </a:spcBef>
              <a:spcAft>
                <a:spcPts val="0"/>
              </a:spcAft>
              <a:buClr>
                <a:schemeClr val="lt1"/>
              </a:buClr>
              <a:buFont typeface="Calibri"/>
              <a:buNone/>
              <a:defRPr>
                <a:solidFill>
                  <a:schemeClr val="lt1"/>
                </a:solidFill>
                <a:latin typeface="Calibri"/>
                <a:ea typeface="Calibri"/>
                <a:cs typeface="Calibri"/>
                <a:sym typeface="Calibri"/>
              </a:defRPr>
            </a:lvl1pPr>
          </a:lstStyle>
          <a:p>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blank">
  <p:cSld name="Blank">
    <p:spTree>
      <p:nvGrpSpPr>
        <p:cNvPr id="1" name="Shape 140"/>
        <p:cNvGrpSpPr/>
        <p:nvPr/>
      </p:nvGrpSpPr>
      <p:grpSpPr>
        <a:xfrm>
          <a:off x="0" y="0"/>
          <a:ext cx="0" cy="0"/>
          <a:chOff x="0" y="0"/>
          <a:chExt cx="0" cy="0"/>
        </a:xfrm>
      </p:grpSpPr>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cSld name="Blank (Assembly)">
    <p:bg>
      <p:bgPr>
        <a:solidFill>
          <a:srgbClr val="3E5DAA"/>
        </a:solidFill>
        <a:effectLst/>
      </p:bgPr>
    </p:bg>
    <p:spTree>
      <p:nvGrpSpPr>
        <p:cNvPr id="1" name="Shape 144"/>
        <p:cNvGrpSpPr/>
        <p:nvPr/>
      </p:nvGrpSpPr>
      <p:grpSpPr>
        <a:xfrm>
          <a:off x="0" y="0"/>
          <a:ext cx="0" cy="0"/>
          <a:chOff x="0" y="0"/>
          <a:chExt cx="0" cy="0"/>
        </a:xfrm>
      </p:grpSpPr>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cSld name="Blank (Classic)">
    <p:bg>
      <p:bgPr>
        <a:solidFill>
          <a:srgbClr val="F37021"/>
        </a:solidFill>
        <a:effectLst/>
      </p:bgPr>
    </p:bg>
    <p:spTree>
      <p:nvGrpSpPr>
        <p:cNvPr id="1" name="Shape 145"/>
        <p:cNvGrpSpPr/>
        <p:nvPr/>
      </p:nvGrpSpPr>
      <p:grpSpPr>
        <a:xfrm>
          <a:off x="0" y="0"/>
          <a:ext cx="0" cy="0"/>
          <a:chOff x="0" y="0"/>
          <a:chExt cx="0" cy="0"/>
        </a:xfrm>
      </p:grpSpPr>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cSld name="Blank (Ruby)">
    <p:bg>
      <p:bgPr>
        <a:solidFill>
          <a:srgbClr val="EE2D4A"/>
        </a:solidFill>
        <a:effectLst/>
      </p:bgPr>
    </p:bg>
    <p:spTree>
      <p:nvGrpSpPr>
        <p:cNvPr id="1" name="Shape 146"/>
        <p:cNvGrpSpPr/>
        <p:nvPr/>
      </p:nvGrpSpPr>
      <p:grpSpPr>
        <a:xfrm>
          <a:off x="0" y="0"/>
          <a:ext cx="0" cy="0"/>
          <a:chOff x="0" y="0"/>
          <a:chExt cx="0" cy="0"/>
        </a:xfrm>
      </p:grpSpPr>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cSld name="Blank (Field)">
    <p:bg>
      <p:bgPr>
        <a:solidFill>
          <a:srgbClr val="00A349"/>
        </a:solidFill>
        <a:effectLst/>
      </p:bgPr>
    </p:bg>
    <p:spTree>
      <p:nvGrpSpPr>
        <p:cNvPr id="1" name="Shape 147"/>
        <p:cNvGrpSpPr/>
        <p:nvPr/>
      </p:nvGrpSpPr>
      <p:grpSpPr>
        <a:xfrm>
          <a:off x="0" y="0"/>
          <a:ext cx="0" cy="0"/>
          <a:chOff x="0" y="0"/>
          <a:chExt cx="0" cy="0"/>
        </a:xfrm>
      </p:grpSpPr>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cSld name="Blank (Evolve)">
    <p:bg>
      <p:bgPr>
        <a:solidFill>
          <a:srgbClr val="29BEC6"/>
        </a:solidFill>
        <a:effectLst/>
      </p:bgPr>
    </p:bg>
    <p:spTree>
      <p:nvGrpSpPr>
        <p:cNvPr id="1" name="Shape 148"/>
        <p:cNvGrpSpPr/>
        <p:nvPr/>
      </p:nvGrpSpPr>
      <p:grpSpPr>
        <a:xfrm>
          <a:off x="0" y="0"/>
          <a:ext cx="0" cy="0"/>
          <a:chOff x="0" y="0"/>
          <a:chExt cx="0" cy="0"/>
        </a:xfrm>
      </p:grpSpPr>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cSld name="Blank (Hack)">
    <p:bg>
      <p:bgPr>
        <a:solidFill>
          <a:srgbClr val="4C3896"/>
        </a:solidFill>
        <a:effectLst/>
      </p:bgPr>
    </p:bg>
    <p:spTree>
      <p:nvGrpSpPr>
        <p:cNvPr id="1" name="Shape 149"/>
        <p:cNvGrpSpPr/>
        <p:nvPr/>
      </p:nvGrpSpPr>
      <p:grpSpPr>
        <a:xfrm>
          <a:off x="0" y="0"/>
          <a:ext cx="0" cy="0"/>
          <a:chOff x="0" y="0"/>
          <a:chExt cx="0" cy="0"/>
        </a:xfrm>
      </p:grpSpPr>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cSld name="Blank (Sprint)">
    <p:bg>
      <p:bgPr>
        <a:solidFill>
          <a:srgbClr val="BE1A8C"/>
        </a:solidFill>
        <a:effectLst/>
      </p:bgPr>
    </p:bg>
    <p:spTree>
      <p:nvGrpSpPr>
        <p:cNvPr id="1" name="Shape 150"/>
        <p:cNvGrpSpPr/>
        <p:nvPr/>
      </p:nvGrpSpPr>
      <p:grpSpPr>
        <a:xfrm>
          <a:off x="0" y="0"/>
          <a:ext cx="0" cy="0"/>
          <a:chOff x="0" y="0"/>
          <a:chExt cx="0" cy="0"/>
        </a:xfrm>
      </p:grpSpPr>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secHead">
  <p:cSld name="Standalone Introduction or Summary">
    <p:bg>
      <p:bgPr>
        <a:solidFill>
          <a:srgbClr val="F37021"/>
        </a:solidFill>
        <a:effectLst/>
      </p:bgPr>
    </p:bg>
    <p:spTree>
      <p:nvGrpSpPr>
        <p:cNvPr id="1" name="Shape 97"/>
        <p:cNvGrpSpPr/>
        <p:nvPr/>
      </p:nvGrpSpPr>
      <p:grpSpPr>
        <a:xfrm>
          <a:off x="0" y="0"/>
          <a:ext cx="0" cy="0"/>
          <a:chOff x="0" y="0"/>
          <a:chExt cx="0" cy="0"/>
        </a:xfrm>
      </p:grpSpPr>
      <p:sp>
        <p:nvSpPr>
          <p:cNvPr id="98" name="Shape 98"/>
          <p:cNvSpPr txBox="1">
            <a:spLocks noGrp="1"/>
          </p:cNvSpPr>
          <p:nvPr>
            <p:ph type="title"/>
          </p:nvPr>
        </p:nvSpPr>
        <p:spPr>
          <a:xfrm>
            <a:off x="460950" y="2065350"/>
            <a:ext cx="8222100" cy="1012800"/>
          </a:xfrm>
          <a:prstGeom prst="rect">
            <a:avLst/>
          </a:prstGeom>
        </p:spPr>
        <p:txBody>
          <a:bodyPr lIns="91425" tIns="91425" rIns="91425" bIns="91425" anchor="ctr" anchorCtr="0"/>
          <a:lstStyle>
            <a:lvl1pPr lvl="0" rtl="0">
              <a:spcBef>
                <a:spcPts val="0"/>
              </a:spcBef>
              <a:buSzPct val="100000"/>
              <a:defRPr sz="4200"/>
            </a:lvl1pPr>
            <a:lvl2pPr lvl="1" rtl="0">
              <a:spcBef>
                <a:spcPts val="0"/>
              </a:spcBef>
              <a:buSzPct val="100000"/>
              <a:defRPr sz="4200"/>
            </a:lvl2pPr>
            <a:lvl3pPr lvl="2" rtl="0">
              <a:spcBef>
                <a:spcPts val="0"/>
              </a:spcBef>
              <a:buSzPct val="100000"/>
              <a:defRPr sz="4200"/>
            </a:lvl3pPr>
            <a:lvl4pPr lvl="3" rtl="0">
              <a:spcBef>
                <a:spcPts val="0"/>
              </a:spcBef>
              <a:buSzPct val="100000"/>
              <a:defRPr sz="4200"/>
            </a:lvl4pPr>
            <a:lvl5pPr lvl="4" rtl="0">
              <a:spcBef>
                <a:spcPts val="0"/>
              </a:spcBef>
              <a:buSzPct val="100000"/>
              <a:defRPr sz="4200"/>
            </a:lvl5pPr>
            <a:lvl6pPr lvl="5" rtl="0">
              <a:spcBef>
                <a:spcPts val="0"/>
              </a:spcBef>
              <a:buSzPct val="100000"/>
              <a:defRPr sz="4200"/>
            </a:lvl6pPr>
            <a:lvl7pPr lvl="6" rtl="0">
              <a:spcBef>
                <a:spcPts val="0"/>
              </a:spcBef>
              <a:buSzPct val="100000"/>
              <a:defRPr sz="4200"/>
            </a:lvl7pPr>
            <a:lvl8pPr lvl="7" rtl="0">
              <a:spcBef>
                <a:spcPts val="0"/>
              </a:spcBef>
              <a:buSzPct val="100000"/>
              <a:defRPr sz="4200"/>
            </a:lvl8pPr>
            <a:lvl9pPr lvl="8" rtl="0">
              <a:spcBef>
                <a:spcPts val="0"/>
              </a:spcBef>
              <a:buSzPct val="100000"/>
              <a:defRPr sz="4200"/>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8.xml"/><Relationship Id="rId13" Type="http://schemas.openxmlformats.org/officeDocument/2006/relationships/slideLayout" Target="../slideLayouts/slideLayout33.xml"/><Relationship Id="rId3" Type="http://schemas.openxmlformats.org/officeDocument/2006/relationships/slideLayout" Target="../slideLayouts/slideLayout23.xml"/><Relationship Id="rId7" Type="http://schemas.openxmlformats.org/officeDocument/2006/relationships/slideLayout" Target="../slideLayouts/slideLayout27.xml"/><Relationship Id="rId12" Type="http://schemas.openxmlformats.org/officeDocument/2006/relationships/slideLayout" Target="../slideLayouts/slideLayout32.xml"/><Relationship Id="rId2" Type="http://schemas.openxmlformats.org/officeDocument/2006/relationships/slideLayout" Target="../slideLayouts/slideLayout22.xml"/><Relationship Id="rId1" Type="http://schemas.openxmlformats.org/officeDocument/2006/relationships/slideLayout" Target="../slideLayouts/slideLayout21.xml"/><Relationship Id="rId6" Type="http://schemas.openxmlformats.org/officeDocument/2006/relationships/slideLayout" Target="../slideLayouts/slideLayout26.xml"/><Relationship Id="rId11" Type="http://schemas.openxmlformats.org/officeDocument/2006/relationships/slideLayout" Target="../slideLayouts/slideLayout31.xml"/><Relationship Id="rId5" Type="http://schemas.openxmlformats.org/officeDocument/2006/relationships/slideLayout" Target="../slideLayouts/slideLayout25.xml"/><Relationship Id="rId15" Type="http://schemas.openxmlformats.org/officeDocument/2006/relationships/theme" Target="../theme/theme2.xml"/><Relationship Id="rId10" Type="http://schemas.openxmlformats.org/officeDocument/2006/relationships/slideLayout" Target="../slideLayouts/slideLayout30.xml"/><Relationship Id="rId4" Type="http://schemas.openxmlformats.org/officeDocument/2006/relationships/slideLayout" Target="../slideLayouts/slideLayout24.xml"/><Relationship Id="rId9" Type="http://schemas.openxmlformats.org/officeDocument/2006/relationships/slideLayout" Target="../slideLayouts/slideLayout29.xml"/><Relationship Id="rId14" Type="http://schemas.openxmlformats.org/officeDocument/2006/relationships/slideLayout" Target="../slideLayouts/slideLayout3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37021"/>
        </a:solidFill>
        <a:effectLst/>
      </p:bgPr>
    </p:bg>
    <p:spTree>
      <p:nvGrpSpPr>
        <p:cNvPr id="1" name="Shape 5"/>
        <p:cNvGrpSpPr/>
        <p:nvPr/>
      </p:nvGrpSpPr>
      <p:grpSpPr>
        <a:xfrm>
          <a:off x="0" y="0"/>
          <a:ext cx="0" cy="0"/>
          <a:chOff x="0" y="0"/>
          <a:chExt cx="0" cy="0"/>
        </a:xfrm>
      </p:grpSpPr>
      <p:sp>
        <p:nvSpPr>
          <p:cNvPr id="6" name="Shape 6"/>
          <p:cNvSpPr txBox="1">
            <a:spLocks noGrp="1"/>
          </p:cNvSpPr>
          <p:nvPr>
            <p:ph type="title"/>
          </p:nvPr>
        </p:nvSpPr>
        <p:spPr>
          <a:xfrm>
            <a:off x="471900" y="738725"/>
            <a:ext cx="8222100" cy="767700"/>
          </a:xfrm>
          <a:prstGeom prst="rect">
            <a:avLst/>
          </a:prstGeom>
          <a:noFill/>
          <a:ln>
            <a:noFill/>
          </a:ln>
        </p:spPr>
        <p:txBody>
          <a:bodyPr lIns="91425" tIns="91425" rIns="91425" bIns="91425" anchor="b" anchorCtr="0"/>
          <a:lstStyle>
            <a:lvl1pPr lvl="0" rtl="0">
              <a:spcBef>
                <a:spcPts val="0"/>
              </a:spcBef>
              <a:buClr>
                <a:schemeClr val="lt1"/>
              </a:buClr>
              <a:buSzPct val="100000"/>
              <a:buFont typeface="Calibri"/>
              <a:buNone/>
              <a:defRPr sz="3200">
                <a:solidFill>
                  <a:schemeClr val="lt1"/>
                </a:solidFill>
                <a:latin typeface="Calibri"/>
                <a:ea typeface="Calibri"/>
                <a:cs typeface="Calibri"/>
                <a:sym typeface="Calibri"/>
              </a:defRPr>
            </a:lvl1pPr>
            <a:lvl2pPr lvl="1" rtl="0">
              <a:spcBef>
                <a:spcPts val="0"/>
              </a:spcBef>
              <a:buClr>
                <a:schemeClr val="lt1"/>
              </a:buClr>
              <a:buSzPct val="100000"/>
              <a:buFont typeface="Roboto"/>
              <a:buNone/>
              <a:defRPr sz="3200">
                <a:solidFill>
                  <a:schemeClr val="lt1"/>
                </a:solidFill>
                <a:latin typeface="Roboto"/>
                <a:ea typeface="Roboto"/>
                <a:cs typeface="Roboto"/>
                <a:sym typeface="Roboto"/>
              </a:defRPr>
            </a:lvl2pPr>
            <a:lvl3pPr lvl="2" rtl="0">
              <a:spcBef>
                <a:spcPts val="0"/>
              </a:spcBef>
              <a:buClr>
                <a:schemeClr val="lt1"/>
              </a:buClr>
              <a:buSzPct val="100000"/>
              <a:buFont typeface="Roboto"/>
              <a:buNone/>
              <a:defRPr sz="3200">
                <a:solidFill>
                  <a:schemeClr val="lt1"/>
                </a:solidFill>
                <a:latin typeface="Roboto"/>
                <a:ea typeface="Roboto"/>
                <a:cs typeface="Roboto"/>
                <a:sym typeface="Roboto"/>
              </a:defRPr>
            </a:lvl3pPr>
            <a:lvl4pPr lvl="3" rtl="0">
              <a:spcBef>
                <a:spcPts val="0"/>
              </a:spcBef>
              <a:buClr>
                <a:schemeClr val="lt1"/>
              </a:buClr>
              <a:buSzPct val="100000"/>
              <a:buFont typeface="Roboto"/>
              <a:buNone/>
              <a:defRPr sz="3200">
                <a:solidFill>
                  <a:schemeClr val="lt1"/>
                </a:solidFill>
                <a:latin typeface="Roboto"/>
                <a:ea typeface="Roboto"/>
                <a:cs typeface="Roboto"/>
                <a:sym typeface="Roboto"/>
              </a:defRPr>
            </a:lvl4pPr>
            <a:lvl5pPr lvl="4" rtl="0">
              <a:spcBef>
                <a:spcPts val="0"/>
              </a:spcBef>
              <a:buClr>
                <a:schemeClr val="lt1"/>
              </a:buClr>
              <a:buSzPct val="100000"/>
              <a:buFont typeface="Roboto"/>
              <a:buNone/>
              <a:defRPr sz="3200">
                <a:solidFill>
                  <a:schemeClr val="lt1"/>
                </a:solidFill>
                <a:latin typeface="Roboto"/>
                <a:ea typeface="Roboto"/>
                <a:cs typeface="Roboto"/>
                <a:sym typeface="Roboto"/>
              </a:defRPr>
            </a:lvl5pPr>
            <a:lvl6pPr lvl="5" rtl="0">
              <a:spcBef>
                <a:spcPts val="0"/>
              </a:spcBef>
              <a:buClr>
                <a:schemeClr val="lt1"/>
              </a:buClr>
              <a:buSzPct val="100000"/>
              <a:buFont typeface="Roboto"/>
              <a:buNone/>
              <a:defRPr sz="3200">
                <a:solidFill>
                  <a:schemeClr val="lt1"/>
                </a:solidFill>
                <a:latin typeface="Roboto"/>
                <a:ea typeface="Roboto"/>
                <a:cs typeface="Roboto"/>
                <a:sym typeface="Roboto"/>
              </a:defRPr>
            </a:lvl6pPr>
            <a:lvl7pPr lvl="6" rtl="0">
              <a:spcBef>
                <a:spcPts val="0"/>
              </a:spcBef>
              <a:buClr>
                <a:schemeClr val="lt1"/>
              </a:buClr>
              <a:buSzPct val="100000"/>
              <a:buFont typeface="Roboto"/>
              <a:buNone/>
              <a:defRPr sz="3200">
                <a:solidFill>
                  <a:schemeClr val="lt1"/>
                </a:solidFill>
                <a:latin typeface="Roboto"/>
                <a:ea typeface="Roboto"/>
                <a:cs typeface="Roboto"/>
                <a:sym typeface="Roboto"/>
              </a:defRPr>
            </a:lvl7pPr>
            <a:lvl8pPr lvl="7" rtl="0">
              <a:spcBef>
                <a:spcPts val="0"/>
              </a:spcBef>
              <a:buClr>
                <a:schemeClr val="lt1"/>
              </a:buClr>
              <a:buSzPct val="100000"/>
              <a:buFont typeface="Roboto"/>
              <a:buNone/>
              <a:defRPr sz="3200">
                <a:solidFill>
                  <a:schemeClr val="lt1"/>
                </a:solidFill>
                <a:latin typeface="Roboto"/>
                <a:ea typeface="Roboto"/>
                <a:cs typeface="Roboto"/>
                <a:sym typeface="Roboto"/>
              </a:defRPr>
            </a:lvl8pPr>
            <a:lvl9pPr lvl="8" rtl="0">
              <a:spcBef>
                <a:spcPts val="0"/>
              </a:spcBef>
              <a:buClr>
                <a:schemeClr val="lt1"/>
              </a:buClr>
              <a:buSzPct val="100000"/>
              <a:buFont typeface="Roboto"/>
              <a:buNone/>
              <a:defRPr sz="3200">
                <a:solidFill>
                  <a:schemeClr val="lt1"/>
                </a:solidFill>
                <a:latin typeface="Roboto"/>
                <a:ea typeface="Roboto"/>
                <a:cs typeface="Roboto"/>
                <a:sym typeface="Roboto"/>
              </a:defRPr>
            </a:lvl9pPr>
          </a:lstStyle>
          <a:p>
            <a:endParaRPr/>
          </a:p>
        </p:txBody>
      </p:sp>
      <p:sp>
        <p:nvSpPr>
          <p:cNvPr id="7" name="Shape 7"/>
          <p:cNvSpPr txBox="1">
            <a:spLocks noGrp="1"/>
          </p:cNvSpPr>
          <p:nvPr>
            <p:ph type="body" idx="1"/>
          </p:nvPr>
        </p:nvSpPr>
        <p:spPr>
          <a:xfrm>
            <a:off x="471900" y="1919075"/>
            <a:ext cx="8222100" cy="2710200"/>
          </a:xfrm>
          <a:prstGeom prst="rect">
            <a:avLst/>
          </a:prstGeom>
          <a:noFill/>
          <a:ln>
            <a:noFill/>
          </a:ln>
        </p:spPr>
        <p:txBody>
          <a:bodyPr lIns="91425" tIns="91425" rIns="91425" bIns="91425" anchor="t" anchorCtr="0"/>
          <a:lstStyle>
            <a:lvl1pPr lvl="0" rtl="0">
              <a:lnSpc>
                <a:spcPct val="115000"/>
              </a:lnSpc>
              <a:spcBef>
                <a:spcPts val="0"/>
              </a:spcBef>
              <a:spcAft>
                <a:spcPts val="1600"/>
              </a:spcAft>
              <a:buClr>
                <a:schemeClr val="lt2"/>
              </a:buClr>
              <a:buSzPct val="100000"/>
              <a:buFont typeface="Calibri"/>
              <a:defRPr sz="1800">
                <a:solidFill>
                  <a:schemeClr val="lt2"/>
                </a:solidFill>
                <a:latin typeface="Calibri"/>
                <a:ea typeface="Calibri"/>
                <a:cs typeface="Calibri"/>
                <a:sym typeface="Calibri"/>
              </a:defRPr>
            </a:lvl1pPr>
            <a:lvl2pPr lvl="1" rtl="0">
              <a:lnSpc>
                <a:spcPct val="115000"/>
              </a:lnSpc>
              <a:spcBef>
                <a:spcPts val="0"/>
              </a:spcBef>
              <a:spcAft>
                <a:spcPts val="1600"/>
              </a:spcAft>
              <a:buClr>
                <a:schemeClr val="lt2"/>
              </a:buClr>
              <a:buFont typeface="Calibri"/>
              <a:defRPr>
                <a:solidFill>
                  <a:schemeClr val="lt2"/>
                </a:solidFill>
                <a:latin typeface="Calibri"/>
                <a:ea typeface="Calibri"/>
                <a:cs typeface="Calibri"/>
                <a:sym typeface="Calibri"/>
              </a:defRPr>
            </a:lvl2pPr>
            <a:lvl3pPr lvl="2" rtl="0">
              <a:lnSpc>
                <a:spcPct val="115000"/>
              </a:lnSpc>
              <a:spcBef>
                <a:spcPts val="0"/>
              </a:spcBef>
              <a:spcAft>
                <a:spcPts val="1600"/>
              </a:spcAft>
              <a:buClr>
                <a:schemeClr val="lt2"/>
              </a:buClr>
              <a:buFont typeface="Calibri"/>
              <a:defRPr>
                <a:solidFill>
                  <a:schemeClr val="lt2"/>
                </a:solidFill>
                <a:latin typeface="Calibri"/>
                <a:ea typeface="Calibri"/>
                <a:cs typeface="Calibri"/>
                <a:sym typeface="Calibri"/>
              </a:defRPr>
            </a:lvl3pPr>
            <a:lvl4pPr lvl="3" rtl="0">
              <a:lnSpc>
                <a:spcPct val="115000"/>
              </a:lnSpc>
              <a:spcBef>
                <a:spcPts val="0"/>
              </a:spcBef>
              <a:spcAft>
                <a:spcPts val="1600"/>
              </a:spcAft>
              <a:buClr>
                <a:schemeClr val="lt2"/>
              </a:buClr>
              <a:buFont typeface="Calibri"/>
              <a:defRPr>
                <a:solidFill>
                  <a:schemeClr val="lt2"/>
                </a:solidFill>
                <a:latin typeface="Calibri"/>
                <a:ea typeface="Calibri"/>
                <a:cs typeface="Calibri"/>
                <a:sym typeface="Calibri"/>
              </a:defRPr>
            </a:lvl4pPr>
            <a:lvl5pPr lvl="4" rtl="0">
              <a:lnSpc>
                <a:spcPct val="115000"/>
              </a:lnSpc>
              <a:spcBef>
                <a:spcPts val="0"/>
              </a:spcBef>
              <a:spcAft>
                <a:spcPts val="1600"/>
              </a:spcAft>
              <a:buClr>
                <a:schemeClr val="lt2"/>
              </a:buClr>
              <a:buFont typeface="Calibri"/>
              <a:defRPr>
                <a:solidFill>
                  <a:schemeClr val="lt2"/>
                </a:solidFill>
                <a:latin typeface="Calibri"/>
                <a:ea typeface="Calibri"/>
                <a:cs typeface="Calibri"/>
                <a:sym typeface="Calibri"/>
              </a:defRPr>
            </a:lvl5pPr>
            <a:lvl6pPr lvl="5" rtl="0">
              <a:lnSpc>
                <a:spcPct val="115000"/>
              </a:lnSpc>
              <a:spcBef>
                <a:spcPts val="0"/>
              </a:spcBef>
              <a:spcAft>
                <a:spcPts val="1600"/>
              </a:spcAft>
              <a:buClr>
                <a:schemeClr val="lt2"/>
              </a:buClr>
              <a:buFont typeface="Calibri"/>
              <a:defRPr>
                <a:solidFill>
                  <a:schemeClr val="lt2"/>
                </a:solidFill>
                <a:latin typeface="Calibri"/>
                <a:ea typeface="Calibri"/>
                <a:cs typeface="Calibri"/>
                <a:sym typeface="Calibri"/>
              </a:defRPr>
            </a:lvl6pPr>
            <a:lvl7pPr lvl="6" rtl="0">
              <a:lnSpc>
                <a:spcPct val="115000"/>
              </a:lnSpc>
              <a:spcBef>
                <a:spcPts val="0"/>
              </a:spcBef>
              <a:spcAft>
                <a:spcPts val="1600"/>
              </a:spcAft>
              <a:buClr>
                <a:schemeClr val="lt2"/>
              </a:buClr>
              <a:buFont typeface="Calibri"/>
              <a:defRPr>
                <a:solidFill>
                  <a:schemeClr val="lt2"/>
                </a:solidFill>
                <a:latin typeface="Calibri"/>
                <a:ea typeface="Calibri"/>
                <a:cs typeface="Calibri"/>
                <a:sym typeface="Calibri"/>
              </a:defRPr>
            </a:lvl7pPr>
            <a:lvl8pPr lvl="7" rtl="0">
              <a:lnSpc>
                <a:spcPct val="115000"/>
              </a:lnSpc>
              <a:spcBef>
                <a:spcPts val="0"/>
              </a:spcBef>
              <a:spcAft>
                <a:spcPts val="1600"/>
              </a:spcAft>
              <a:buClr>
                <a:schemeClr val="lt2"/>
              </a:buClr>
              <a:buFont typeface="Calibri"/>
              <a:defRPr>
                <a:solidFill>
                  <a:schemeClr val="lt2"/>
                </a:solidFill>
                <a:latin typeface="Calibri"/>
                <a:ea typeface="Calibri"/>
                <a:cs typeface="Calibri"/>
                <a:sym typeface="Calibri"/>
              </a:defRPr>
            </a:lvl8pPr>
            <a:lvl9pPr lvl="8" rtl="0">
              <a:lnSpc>
                <a:spcPct val="115000"/>
              </a:lnSpc>
              <a:spcBef>
                <a:spcPts val="0"/>
              </a:spcBef>
              <a:spcAft>
                <a:spcPts val="1600"/>
              </a:spcAft>
              <a:buClr>
                <a:schemeClr val="lt2"/>
              </a:buClr>
              <a:buFont typeface="Calibri"/>
              <a:defRPr>
                <a:solidFill>
                  <a:schemeClr val="lt2"/>
                </a:solidFill>
                <a:latin typeface="Calibri"/>
                <a:ea typeface="Calibri"/>
                <a:cs typeface="Calibri"/>
                <a:sym typeface="Calibri"/>
              </a:defRPr>
            </a:lvl9pPr>
          </a:lstStyle>
          <a:p>
            <a:endParaRPr/>
          </a:p>
        </p:txBody>
      </p:sp>
      <p:sp>
        <p:nvSpPr>
          <p:cNvPr id="8" name="Shape 8"/>
          <p:cNvSpPr txBox="1">
            <a:spLocks noGrp="1"/>
          </p:cNvSpPr>
          <p:nvPr>
            <p:ph type="sldNum" idx="12"/>
          </p:nvPr>
        </p:nvSpPr>
        <p:spPr>
          <a:xfrm>
            <a:off x="8523541" y="4695623"/>
            <a:ext cx="548700" cy="393600"/>
          </a:xfrm>
          <a:prstGeom prst="rect">
            <a:avLst/>
          </a:prstGeom>
          <a:noFill/>
          <a:ln>
            <a:noFill/>
          </a:ln>
        </p:spPr>
        <p:txBody>
          <a:bodyPr lIns="91425" tIns="91425" rIns="91425" bIns="91425" anchor="ctr" anchorCtr="0">
            <a:noAutofit/>
          </a:bodyPr>
          <a:lstStyle/>
          <a:p>
            <a:pPr lvl="0" algn="r" rtl="0">
              <a:spcBef>
                <a:spcPts val="0"/>
              </a:spcBef>
              <a:buNone/>
            </a:pPr>
            <a:fld id="{00000000-1234-1234-1234-123412341234}" type="slidenum">
              <a:rPr lang="en" sz="1000">
                <a:solidFill>
                  <a:schemeClr val="lt2"/>
                </a:solidFill>
                <a:latin typeface="Roboto"/>
                <a:ea typeface="Roboto"/>
                <a:cs typeface="Roboto"/>
                <a:sym typeface="Roboto"/>
              </a:rPr>
              <a:pPr lvl="0" algn="r" rtl="0">
                <a:spcBef>
                  <a:spcPts val="0"/>
                </a:spcBef>
                <a:buNone/>
              </a:pPr>
              <a:t>‹#›</a:t>
            </a:fld>
            <a:endParaRPr lang="en" sz="1000">
              <a:solidFill>
                <a:schemeClr val="lt2"/>
              </a:solidFill>
              <a:latin typeface="Roboto"/>
              <a:ea typeface="Roboto"/>
              <a:cs typeface="Roboto"/>
              <a:sym typeface="Roboto"/>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p:titleStyle>
    <p:body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333333"/>
        </a:solidFill>
        <a:effectLst/>
      </p:bgPr>
    </p:bg>
    <p:spTree>
      <p:nvGrpSpPr>
        <p:cNvPr id="1" name="Shape 87"/>
        <p:cNvGrpSpPr/>
        <p:nvPr/>
      </p:nvGrpSpPr>
      <p:grpSpPr>
        <a:xfrm>
          <a:off x="0" y="0"/>
          <a:ext cx="0" cy="0"/>
          <a:chOff x="0" y="0"/>
          <a:chExt cx="0" cy="0"/>
        </a:xfrm>
      </p:grpSpPr>
      <p:sp>
        <p:nvSpPr>
          <p:cNvPr id="88" name="Shape 88"/>
          <p:cNvSpPr txBox="1">
            <a:spLocks noGrp="1"/>
          </p:cNvSpPr>
          <p:nvPr>
            <p:ph type="title"/>
          </p:nvPr>
        </p:nvSpPr>
        <p:spPr>
          <a:xfrm>
            <a:off x="471900" y="738725"/>
            <a:ext cx="8222100" cy="767700"/>
          </a:xfrm>
          <a:prstGeom prst="rect">
            <a:avLst/>
          </a:prstGeom>
          <a:noFill/>
          <a:ln>
            <a:noFill/>
          </a:ln>
        </p:spPr>
        <p:txBody>
          <a:bodyPr lIns="91425" tIns="91425" rIns="91425" bIns="91425" anchor="b" anchorCtr="0"/>
          <a:lstStyle>
            <a:lvl1pPr lvl="0" rtl="0">
              <a:spcBef>
                <a:spcPts val="0"/>
              </a:spcBef>
              <a:buClr>
                <a:schemeClr val="lt1"/>
              </a:buClr>
              <a:buSzPct val="100000"/>
              <a:buFont typeface="Calibri"/>
              <a:buNone/>
              <a:defRPr sz="3200">
                <a:solidFill>
                  <a:schemeClr val="lt1"/>
                </a:solidFill>
                <a:latin typeface="Calibri"/>
                <a:ea typeface="Calibri"/>
                <a:cs typeface="Calibri"/>
                <a:sym typeface="Calibri"/>
              </a:defRPr>
            </a:lvl1pPr>
            <a:lvl2pPr lvl="1" rtl="0">
              <a:spcBef>
                <a:spcPts val="0"/>
              </a:spcBef>
              <a:buClr>
                <a:schemeClr val="lt1"/>
              </a:buClr>
              <a:buSzPct val="100000"/>
              <a:buFont typeface="Roboto"/>
              <a:buNone/>
              <a:defRPr sz="3200">
                <a:solidFill>
                  <a:schemeClr val="lt1"/>
                </a:solidFill>
                <a:latin typeface="Roboto"/>
                <a:ea typeface="Roboto"/>
                <a:cs typeface="Roboto"/>
                <a:sym typeface="Roboto"/>
              </a:defRPr>
            </a:lvl2pPr>
            <a:lvl3pPr lvl="2" rtl="0">
              <a:spcBef>
                <a:spcPts val="0"/>
              </a:spcBef>
              <a:buClr>
                <a:schemeClr val="lt1"/>
              </a:buClr>
              <a:buSzPct val="100000"/>
              <a:buFont typeface="Roboto"/>
              <a:buNone/>
              <a:defRPr sz="3200">
                <a:solidFill>
                  <a:schemeClr val="lt1"/>
                </a:solidFill>
                <a:latin typeface="Roboto"/>
                <a:ea typeface="Roboto"/>
                <a:cs typeface="Roboto"/>
                <a:sym typeface="Roboto"/>
              </a:defRPr>
            </a:lvl3pPr>
            <a:lvl4pPr lvl="3" rtl="0">
              <a:spcBef>
                <a:spcPts val="0"/>
              </a:spcBef>
              <a:buClr>
                <a:schemeClr val="lt1"/>
              </a:buClr>
              <a:buSzPct val="100000"/>
              <a:buFont typeface="Roboto"/>
              <a:buNone/>
              <a:defRPr sz="3200">
                <a:solidFill>
                  <a:schemeClr val="lt1"/>
                </a:solidFill>
                <a:latin typeface="Roboto"/>
                <a:ea typeface="Roboto"/>
                <a:cs typeface="Roboto"/>
                <a:sym typeface="Roboto"/>
              </a:defRPr>
            </a:lvl4pPr>
            <a:lvl5pPr lvl="4" rtl="0">
              <a:spcBef>
                <a:spcPts val="0"/>
              </a:spcBef>
              <a:buClr>
                <a:schemeClr val="lt1"/>
              </a:buClr>
              <a:buSzPct val="100000"/>
              <a:buFont typeface="Roboto"/>
              <a:buNone/>
              <a:defRPr sz="3200">
                <a:solidFill>
                  <a:schemeClr val="lt1"/>
                </a:solidFill>
                <a:latin typeface="Roboto"/>
                <a:ea typeface="Roboto"/>
                <a:cs typeface="Roboto"/>
                <a:sym typeface="Roboto"/>
              </a:defRPr>
            </a:lvl5pPr>
            <a:lvl6pPr lvl="5" rtl="0">
              <a:spcBef>
                <a:spcPts val="0"/>
              </a:spcBef>
              <a:buClr>
                <a:schemeClr val="lt1"/>
              </a:buClr>
              <a:buSzPct val="100000"/>
              <a:buFont typeface="Roboto"/>
              <a:buNone/>
              <a:defRPr sz="3200">
                <a:solidFill>
                  <a:schemeClr val="lt1"/>
                </a:solidFill>
                <a:latin typeface="Roboto"/>
                <a:ea typeface="Roboto"/>
                <a:cs typeface="Roboto"/>
                <a:sym typeface="Roboto"/>
              </a:defRPr>
            </a:lvl6pPr>
            <a:lvl7pPr lvl="6" rtl="0">
              <a:spcBef>
                <a:spcPts val="0"/>
              </a:spcBef>
              <a:buClr>
                <a:schemeClr val="lt1"/>
              </a:buClr>
              <a:buSzPct val="100000"/>
              <a:buFont typeface="Roboto"/>
              <a:buNone/>
              <a:defRPr sz="3200">
                <a:solidFill>
                  <a:schemeClr val="lt1"/>
                </a:solidFill>
                <a:latin typeface="Roboto"/>
                <a:ea typeface="Roboto"/>
                <a:cs typeface="Roboto"/>
                <a:sym typeface="Roboto"/>
              </a:defRPr>
            </a:lvl7pPr>
            <a:lvl8pPr lvl="7" rtl="0">
              <a:spcBef>
                <a:spcPts val="0"/>
              </a:spcBef>
              <a:buClr>
                <a:schemeClr val="lt1"/>
              </a:buClr>
              <a:buSzPct val="100000"/>
              <a:buFont typeface="Roboto"/>
              <a:buNone/>
              <a:defRPr sz="3200">
                <a:solidFill>
                  <a:schemeClr val="lt1"/>
                </a:solidFill>
                <a:latin typeface="Roboto"/>
                <a:ea typeface="Roboto"/>
                <a:cs typeface="Roboto"/>
                <a:sym typeface="Roboto"/>
              </a:defRPr>
            </a:lvl8pPr>
            <a:lvl9pPr lvl="8" rtl="0">
              <a:spcBef>
                <a:spcPts val="0"/>
              </a:spcBef>
              <a:buClr>
                <a:schemeClr val="lt1"/>
              </a:buClr>
              <a:buSzPct val="100000"/>
              <a:buFont typeface="Roboto"/>
              <a:buNone/>
              <a:defRPr sz="3200">
                <a:solidFill>
                  <a:schemeClr val="lt1"/>
                </a:solidFill>
                <a:latin typeface="Roboto"/>
                <a:ea typeface="Roboto"/>
                <a:cs typeface="Roboto"/>
                <a:sym typeface="Roboto"/>
              </a:defRPr>
            </a:lvl9pPr>
          </a:lstStyle>
          <a:p>
            <a:endParaRPr/>
          </a:p>
        </p:txBody>
      </p:sp>
      <p:sp>
        <p:nvSpPr>
          <p:cNvPr id="89" name="Shape 89"/>
          <p:cNvSpPr txBox="1">
            <a:spLocks noGrp="1"/>
          </p:cNvSpPr>
          <p:nvPr>
            <p:ph type="body" idx="1"/>
          </p:nvPr>
        </p:nvSpPr>
        <p:spPr>
          <a:xfrm>
            <a:off x="471900" y="1919075"/>
            <a:ext cx="8222100" cy="2710200"/>
          </a:xfrm>
          <a:prstGeom prst="rect">
            <a:avLst/>
          </a:prstGeom>
          <a:noFill/>
          <a:ln>
            <a:noFill/>
          </a:ln>
        </p:spPr>
        <p:txBody>
          <a:bodyPr lIns="91425" tIns="91425" rIns="91425" bIns="91425" anchor="t" anchorCtr="0"/>
          <a:lstStyle>
            <a:lvl1pPr lvl="0" rtl="0">
              <a:lnSpc>
                <a:spcPct val="115000"/>
              </a:lnSpc>
              <a:spcBef>
                <a:spcPts val="0"/>
              </a:spcBef>
              <a:spcAft>
                <a:spcPts val="1600"/>
              </a:spcAft>
              <a:buClr>
                <a:schemeClr val="lt2"/>
              </a:buClr>
              <a:buSzPct val="100000"/>
              <a:buFont typeface="Calibri"/>
              <a:defRPr sz="1800">
                <a:solidFill>
                  <a:schemeClr val="lt2"/>
                </a:solidFill>
                <a:latin typeface="Calibri"/>
                <a:ea typeface="Calibri"/>
                <a:cs typeface="Calibri"/>
                <a:sym typeface="Calibri"/>
              </a:defRPr>
            </a:lvl1pPr>
            <a:lvl2pPr lvl="1" rtl="0">
              <a:lnSpc>
                <a:spcPct val="115000"/>
              </a:lnSpc>
              <a:spcBef>
                <a:spcPts val="0"/>
              </a:spcBef>
              <a:spcAft>
                <a:spcPts val="1600"/>
              </a:spcAft>
              <a:buClr>
                <a:schemeClr val="lt2"/>
              </a:buClr>
              <a:buFont typeface="Calibri"/>
              <a:defRPr>
                <a:solidFill>
                  <a:schemeClr val="lt2"/>
                </a:solidFill>
                <a:latin typeface="Calibri"/>
                <a:ea typeface="Calibri"/>
                <a:cs typeface="Calibri"/>
                <a:sym typeface="Calibri"/>
              </a:defRPr>
            </a:lvl2pPr>
            <a:lvl3pPr lvl="2" rtl="0">
              <a:lnSpc>
                <a:spcPct val="115000"/>
              </a:lnSpc>
              <a:spcBef>
                <a:spcPts val="0"/>
              </a:spcBef>
              <a:spcAft>
                <a:spcPts val="1600"/>
              </a:spcAft>
              <a:buClr>
                <a:schemeClr val="lt2"/>
              </a:buClr>
              <a:buFont typeface="Calibri"/>
              <a:defRPr>
                <a:solidFill>
                  <a:schemeClr val="lt2"/>
                </a:solidFill>
                <a:latin typeface="Calibri"/>
                <a:ea typeface="Calibri"/>
                <a:cs typeface="Calibri"/>
                <a:sym typeface="Calibri"/>
              </a:defRPr>
            </a:lvl3pPr>
            <a:lvl4pPr lvl="3" rtl="0">
              <a:lnSpc>
                <a:spcPct val="115000"/>
              </a:lnSpc>
              <a:spcBef>
                <a:spcPts val="0"/>
              </a:spcBef>
              <a:spcAft>
                <a:spcPts val="1600"/>
              </a:spcAft>
              <a:buClr>
                <a:schemeClr val="lt2"/>
              </a:buClr>
              <a:buFont typeface="Calibri"/>
              <a:defRPr>
                <a:solidFill>
                  <a:schemeClr val="lt2"/>
                </a:solidFill>
                <a:latin typeface="Calibri"/>
                <a:ea typeface="Calibri"/>
                <a:cs typeface="Calibri"/>
                <a:sym typeface="Calibri"/>
              </a:defRPr>
            </a:lvl4pPr>
            <a:lvl5pPr lvl="4" rtl="0">
              <a:lnSpc>
                <a:spcPct val="115000"/>
              </a:lnSpc>
              <a:spcBef>
                <a:spcPts val="0"/>
              </a:spcBef>
              <a:spcAft>
                <a:spcPts val="1600"/>
              </a:spcAft>
              <a:buClr>
                <a:schemeClr val="lt2"/>
              </a:buClr>
              <a:buFont typeface="Calibri"/>
              <a:defRPr>
                <a:solidFill>
                  <a:schemeClr val="lt2"/>
                </a:solidFill>
                <a:latin typeface="Calibri"/>
                <a:ea typeface="Calibri"/>
                <a:cs typeface="Calibri"/>
                <a:sym typeface="Calibri"/>
              </a:defRPr>
            </a:lvl5pPr>
            <a:lvl6pPr lvl="5" rtl="0">
              <a:lnSpc>
                <a:spcPct val="115000"/>
              </a:lnSpc>
              <a:spcBef>
                <a:spcPts val="0"/>
              </a:spcBef>
              <a:spcAft>
                <a:spcPts val="1600"/>
              </a:spcAft>
              <a:buClr>
                <a:schemeClr val="lt2"/>
              </a:buClr>
              <a:buFont typeface="Calibri"/>
              <a:defRPr>
                <a:solidFill>
                  <a:schemeClr val="lt2"/>
                </a:solidFill>
                <a:latin typeface="Calibri"/>
                <a:ea typeface="Calibri"/>
                <a:cs typeface="Calibri"/>
                <a:sym typeface="Calibri"/>
              </a:defRPr>
            </a:lvl6pPr>
            <a:lvl7pPr lvl="6" rtl="0">
              <a:lnSpc>
                <a:spcPct val="115000"/>
              </a:lnSpc>
              <a:spcBef>
                <a:spcPts val="0"/>
              </a:spcBef>
              <a:spcAft>
                <a:spcPts val="1600"/>
              </a:spcAft>
              <a:buClr>
                <a:schemeClr val="lt2"/>
              </a:buClr>
              <a:buFont typeface="Calibri"/>
              <a:defRPr>
                <a:solidFill>
                  <a:schemeClr val="lt2"/>
                </a:solidFill>
                <a:latin typeface="Calibri"/>
                <a:ea typeface="Calibri"/>
                <a:cs typeface="Calibri"/>
                <a:sym typeface="Calibri"/>
              </a:defRPr>
            </a:lvl7pPr>
            <a:lvl8pPr lvl="7" rtl="0">
              <a:lnSpc>
                <a:spcPct val="115000"/>
              </a:lnSpc>
              <a:spcBef>
                <a:spcPts val="0"/>
              </a:spcBef>
              <a:spcAft>
                <a:spcPts val="1600"/>
              </a:spcAft>
              <a:buClr>
                <a:schemeClr val="lt2"/>
              </a:buClr>
              <a:buFont typeface="Calibri"/>
              <a:defRPr>
                <a:solidFill>
                  <a:schemeClr val="lt2"/>
                </a:solidFill>
                <a:latin typeface="Calibri"/>
                <a:ea typeface="Calibri"/>
                <a:cs typeface="Calibri"/>
                <a:sym typeface="Calibri"/>
              </a:defRPr>
            </a:lvl8pPr>
            <a:lvl9pPr lvl="8" rtl="0">
              <a:lnSpc>
                <a:spcPct val="115000"/>
              </a:lnSpc>
              <a:spcBef>
                <a:spcPts val="0"/>
              </a:spcBef>
              <a:spcAft>
                <a:spcPts val="1600"/>
              </a:spcAft>
              <a:buClr>
                <a:schemeClr val="lt2"/>
              </a:buClr>
              <a:buFont typeface="Calibri"/>
              <a:defRPr>
                <a:solidFill>
                  <a:schemeClr val="lt2"/>
                </a:solidFill>
                <a:latin typeface="Calibri"/>
                <a:ea typeface="Calibri"/>
                <a:cs typeface="Calibri"/>
                <a:sym typeface="Calibri"/>
              </a:defRPr>
            </a:lvl9pPr>
          </a:lstStyle>
          <a:p>
            <a:endParaRPr/>
          </a:p>
        </p:txBody>
      </p:sp>
      <p:sp>
        <p:nvSpPr>
          <p:cNvPr id="90" name="Shape 90"/>
          <p:cNvSpPr txBox="1">
            <a:spLocks noGrp="1"/>
          </p:cNvSpPr>
          <p:nvPr>
            <p:ph type="sldNum" idx="12"/>
          </p:nvPr>
        </p:nvSpPr>
        <p:spPr>
          <a:xfrm>
            <a:off x="8523541" y="4695623"/>
            <a:ext cx="548700" cy="393600"/>
          </a:xfrm>
          <a:prstGeom prst="rect">
            <a:avLst/>
          </a:prstGeom>
          <a:noFill/>
          <a:ln>
            <a:noFill/>
          </a:ln>
        </p:spPr>
        <p:txBody>
          <a:bodyPr lIns="91425" tIns="91425" rIns="91425" bIns="91425" anchor="ctr" anchorCtr="0">
            <a:noAutofit/>
          </a:bodyPr>
          <a:lstStyle/>
          <a:p>
            <a:pPr lvl="0" algn="r" rtl="0">
              <a:spcBef>
                <a:spcPts val="0"/>
              </a:spcBef>
              <a:buNone/>
            </a:pPr>
            <a:fld id="{00000000-1234-1234-1234-123412341234}" type="slidenum">
              <a:rPr lang="en" sz="1000">
                <a:solidFill>
                  <a:schemeClr val="lt2"/>
                </a:solidFill>
                <a:latin typeface="Roboto"/>
                <a:ea typeface="Roboto"/>
                <a:cs typeface="Roboto"/>
                <a:sym typeface="Roboto"/>
              </a:rPr>
              <a:pPr lvl="0" algn="r" rtl="0">
                <a:spcBef>
                  <a:spcPts val="0"/>
                </a:spcBef>
                <a:buNone/>
              </a:pPr>
              <a:t>‹#›</a:t>
            </a:fld>
            <a:endParaRPr lang="en" sz="1000">
              <a:solidFill>
                <a:schemeClr val="lt2"/>
              </a:solidFill>
              <a:latin typeface="Roboto"/>
              <a:ea typeface="Roboto"/>
              <a:cs typeface="Roboto"/>
              <a:sym typeface="Roboto"/>
            </a:endParaRPr>
          </a:p>
        </p:txBody>
      </p:sp>
    </p:spTree>
  </p:cSld>
  <p:clrMap bg1="lt1" tx1="dk1" bg2="dk2" tx2="lt2" accent1="accent1" accent2="accent2" accent3="accent3" accent4="accent4" accent5="accent5" accent6="accent6" hlink="hlink" folHlink="folHlink"/>
  <p:sldLayoutIdLst>
    <p:sldLayoutId id="2147483669" r:id="rId1"/>
    <p:sldLayoutId id="2147483670" r:id="rId2"/>
    <p:sldLayoutId id="2147483672" r:id="rId3"/>
    <p:sldLayoutId id="2147483674" r:id="rId4"/>
    <p:sldLayoutId id="2147483679" r:id="rId5"/>
    <p:sldLayoutId id="2147483681" r:id="rId6"/>
    <p:sldLayoutId id="2147483683" r:id="rId7"/>
    <p:sldLayoutId id="2147483684" r:id="rId8"/>
    <p:sldLayoutId id="2147483685" r:id="rId9"/>
    <p:sldLayoutId id="2147483686" r:id="rId10"/>
    <p:sldLayoutId id="2147483687" r:id="rId11"/>
    <p:sldLayoutId id="2147483688" r:id="rId12"/>
    <p:sldLayoutId id="2147483689" r:id="rId13"/>
    <p:sldLayoutId id="2147483692" r:id="rId14"/>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p:titleStyle>
    <p:body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Building an Application with Haskell</a:t>
            </a:r>
            <a:endParaRPr lang="en-US" dirty="0"/>
          </a:p>
        </p:txBody>
      </p:sp>
    </p:spTree>
    <p:extLst>
      <p:ext uri="{BB962C8B-B14F-4D97-AF65-F5344CB8AC3E}">
        <p14:creationId xmlns:p14="http://schemas.microsoft.com/office/powerpoint/2010/main" val="912986544"/>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72"/>
        <p:cNvGrpSpPr/>
        <p:nvPr/>
      </p:nvGrpSpPr>
      <p:grpSpPr>
        <a:xfrm>
          <a:off x="0" y="0"/>
          <a:ext cx="0" cy="0"/>
          <a:chOff x="0" y="0"/>
          <a:chExt cx="0" cy="0"/>
        </a:xfrm>
      </p:grpSpPr>
      <p:sp>
        <p:nvSpPr>
          <p:cNvPr id="173" name="Shape 173"/>
          <p:cNvSpPr txBox="1">
            <a:spLocks noGrp="1"/>
          </p:cNvSpPr>
          <p:nvPr>
            <p:ph type="title"/>
          </p:nvPr>
        </p:nvSpPr>
        <p:spPr>
          <a:xfrm>
            <a:off x="460950" y="2065350"/>
            <a:ext cx="8222100" cy="1012800"/>
          </a:xfrm>
          <a:prstGeom prst="rect">
            <a:avLst/>
          </a:prstGeom>
        </p:spPr>
        <p:txBody>
          <a:bodyPr lIns="91425" tIns="91425" rIns="91425" bIns="91425" anchor="ctr" anchorCtr="0">
            <a:noAutofit/>
          </a:bodyPr>
          <a:lstStyle/>
          <a:p>
            <a:pPr lvl="0" rtl="0">
              <a:spcBef>
                <a:spcPts val="0"/>
              </a:spcBef>
              <a:buNone/>
            </a:pPr>
            <a:r>
              <a:rPr lang="en-US" dirty="0" smtClean="0"/>
              <a:t>Simple but useful</a:t>
            </a:r>
            <a:endParaRPr lang="en"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77"/>
        <p:cNvGrpSpPr/>
        <p:nvPr/>
      </p:nvGrpSpPr>
      <p:grpSpPr>
        <a:xfrm>
          <a:off x="0" y="0"/>
          <a:ext cx="0" cy="0"/>
          <a:chOff x="0" y="0"/>
          <a:chExt cx="0" cy="0"/>
        </a:xfrm>
      </p:grpSpPr>
      <p:sp>
        <p:nvSpPr>
          <p:cNvPr id="193" name="Shape 193"/>
          <p:cNvSpPr txBox="1">
            <a:spLocks noGrp="1"/>
          </p:cNvSpPr>
          <p:nvPr>
            <p:ph type="title"/>
          </p:nvPr>
        </p:nvSpPr>
        <p:spPr>
          <a:xfrm>
            <a:off x="471900" y="738725"/>
            <a:ext cx="8222100" cy="767700"/>
          </a:xfrm>
          <a:prstGeom prst="rect">
            <a:avLst/>
          </a:prstGeom>
        </p:spPr>
        <p:txBody>
          <a:bodyPr lIns="91425" tIns="91425" rIns="91425" bIns="91425" anchor="b" anchorCtr="0">
            <a:noAutofit/>
          </a:bodyPr>
          <a:lstStyle/>
          <a:p>
            <a:pPr lvl="0" rtl="0">
              <a:spcBef>
                <a:spcPts val="0"/>
              </a:spcBef>
              <a:buNone/>
            </a:pPr>
            <a:r>
              <a:rPr lang="en" dirty="0"/>
              <a:t>What We’ll Learn</a:t>
            </a:r>
          </a:p>
        </p:txBody>
      </p:sp>
      <p:cxnSp>
        <p:nvCxnSpPr>
          <p:cNvPr id="178" name="Shape 178"/>
          <p:cNvCxnSpPr/>
          <p:nvPr/>
        </p:nvCxnSpPr>
        <p:spPr>
          <a:xfrm rot="10800000">
            <a:off x="680050" y="2153374"/>
            <a:ext cx="0" cy="1122600"/>
          </a:xfrm>
          <a:prstGeom prst="straightConnector1">
            <a:avLst/>
          </a:prstGeom>
          <a:noFill/>
          <a:ln w="9525" cap="flat" cmpd="sng">
            <a:solidFill>
              <a:schemeClr val="dk2"/>
            </a:solidFill>
            <a:prstDash val="solid"/>
            <a:round/>
            <a:headEnd type="none" w="lg" len="lg"/>
            <a:tailEnd type="oval" w="lg" len="lg"/>
          </a:ln>
        </p:spPr>
      </p:cxnSp>
      <p:sp>
        <p:nvSpPr>
          <p:cNvPr id="179" name="Shape 179"/>
          <p:cNvSpPr txBox="1">
            <a:spLocks noGrp="1"/>
          </p:cNvSpPr>
          <p:nvPr>
            <p:ph type="title"/>
          </p:nvPr>
        </p:nvSpPr>
        <p:spPr>
          <a:xfrm>
            <a:off x="727112" y="1995898"/>
            <a:ext cx="2778088" cy="392100"/>
          </a:xfrm>
          <a:prstGeom prst="rect">
            <a:avLst/>
          </a:prstGeom>
        </p:spPr>
        <p:txBody>
          <a:bodyPr lIns="91425" tIns="91425" rIns="91425" bIns="91425" anchor="ctr" anchorCtr="0">
            <a:noAutofit/>
          </a:bodyPr>
          <a:lstStyle/>
          <a:p>
            <a:pPr lvl="0" rtl="0">
              <a:spcBef>
                <a:spcPts val="0"/>
              </a:spcBef>
              <a:buNone/>
            </a:pPr>
            <a:r>
              <a:rPr lang="en-US" sz="1800" dirty="0" smtClean="0">
                <a:solidFill>
                  <a:schemeClr val="dk1"/>
                </a:solidFill>
              </a:rPr>
              <a:t>What real programs do</a:t>
            </a:r>
            <a:endParaRPr lang="en" sz="1800" dirty="0">
              <a:solidFill>
                <a:schemeClr val="dk1"/>
              </a:solidFill>
            </a:endParaRPr>
          </a:p>
        </p:txBody>
      </p:sp>
      <p:sp>
        <p:nvSpPr>
          <p:cNvPr id="180" name="Shape 180"/>
          <p:cNvSpPr txBox="1">
            <a:spLocks noGrp="1"/>
          </p:cNvSpPr>
          <p:nvPr>
            <p:ph type="body" idx="1"/>
          </p:nvPr>
        </p:nvSpPr>
        <p:spPr>
          <a:xfrm>
            <a:off x="727112" y="2285924"/>
            <a:ext cx="1814100" cy="578700"/>
          </a:xfrm>
          <a:prstGeom prst="rect">
            <a:avLst/>
          </a:prstGeom>
        </p:spPr>
        <p:txBody>
          <a:bodyPr lIns="91425" tIns="91425" rIns="91425" bIns="91425" anchor="t" anchorCtr="0">
            <a:noAutofit/>
          </a:bodyPr>
          <a:lstStyle/>
          <a:p>
            <a:pPr lvl="0" rtl="0">
              <a:spcBef>
                <a:spcPts val="0"/>
              </a:spcBef>
              <a:buNone/>
            </a:pPr>
            <a:r>
              <a:rPr lang="en-US" sz="1400" dirty="0" smtClean="0">
                <a:solidFill>
                  <a:schemeClr val="dk2"/>
                </a:solidFill>
              </a:rPr>
              <a:t>The components of real-world programs</a:t>
            </a:r>
            <a:endParaRPr lang="en" sz="1400" dirty="0">
              <a:solidFill>
                <a:schemeClr val="dk2"/>
              </a:solidFill>
            </a:endParaRPr>
          </a:p>
        </p:txBody>
      </p:sp>
      <p:cxnSp>
        <p:nvCxnSpPr>
          <p:cNvPr id="190" name="Shape 190"/>
          <p:cNvCxnSpPr/>
          <p:nvPr/>
        </p:nvCxnSpPr>
        <p:spPr>
          <a:xfrm rot="10800000">
            <a:off x="4800600" y="2145262"/>
            <a:ext cx="0" cy="1167900"/>
          </a:xfrm>
          <a:prstGeom prst="straightConnector1">
            <a:avLst/>
          </a:prstGeom>
          <a:noFill/>
          <a:ln w="9525" cap="flat" cmpd="sng">
            <a:solidFill>
              <a:schemeClr val="dk2"/>
            </a:solidFill>
            <a:prstDash val="solid"/>
            <a:round/>
            <a:headEnd type="none" w="lg" len="lg"/>
            <a:tailEnd type="oval" w="lg" len="lg"/>
          </a:ln>
        </p:spPr>
      </p:cxnSp>
      <p:sp>
        <p:nvSpPr>
          <p:cNvPr id="191" name="Shape 191"/>
          <p:cNvSpPr txBox="1">
            <a:spLocks noGrp="1"/>
          </p:cNvSpPr>
          <p:nvPr>
            <p:ph type="title"/>
          </p:nvPr>
        </p:nvSpPr>
        <p:spPr>
          <a:xfrm>
            <a:off x="4847660" y="1995911"/>
            <a:ext cx="2778089" cy="392100"/>
          </a:xfrm>
          <a:prstGeom prst="rect">
            <a:avLst/>
          </a:prstGeom>
        </p:spPr>
        <p:txBody>
          <a:bodyPr lIns="91425" tIns="91425" rIns="91425" bIns="91425" anchor="ctr" anchorCtr="0">
            <a:noAutofit/>
          </a:bodyPr>
          <a:lstStyle/>
          <a:p>
            <a:pPr lvl="0" rtl="0">
              <a:spcBef>
                <a:spcPts val="0"/>
              </a:spcBef>
              <a:buNone/>
            </a:pPr>
            <a:r>
              <a:rPr lang="en-US" sz="1800" dirty="0" smtClean="0">
                <a:solidFill>
                  <a:schemeClr val="dk1"/>
                </a:solidFill>
              </a:rPr>
              <a:t>Command-line to-do list</a:t>
            </a:r>
            <a:endParaRPr lang="en" sz="1800" dirty="0">
              <a:solidFill>
                <a:schemeClr val="dk1"/>
              </a:solidFill>
            </a:endParaRPr>
          </a:p>
        </p:txBody>
      </p:sp>
      <p:sp>
        <p:nvSpPr>
          <p:cNvPr id="192" name="Shape 192"/>
          <p:cNvSpPr txBox="1">
            <a:spLocks noGrp="1"/>
          </p:cNvSpPr>
          <p:nvPr>
            <p:ph type="body" idx="1"/>
          </p:nvPr>
        </p:nvSpPr>
        <p:spPr>
          <a:xfrm>
            <a:off x="4847661" y="2285937"/>
            <a:ext cx="2778088" cy="578700"/>
          </a:xfrm>
          <a:prstGeom prst="rect">
            <a:avLst/>
          </a:prstGeom>
        </p:spPr>
        <p:txBody>
          <a:bodyPr lIns="91425" tIns="91425" rIns="91425" bIns="91425" anchor="t" anchorCtr="0">
            <a:noAutofit/>
          </a:bodyPr>
          <a:lstStyle/>
          <a:p>
            <a:pPr lvl="0" rtl="0">
              <a:spcBef>
                <a:spcPts val="0"/>
              </a:spcBef>
              <a:buNone/>
            </a:pPr>
            <a:r>
              <a:rPr lang="en-US" sz="1400" dirty="0" smtClean="0">
                <a:solidFill>
                  <a:schemeClr val="dk2"/>
                </a:solidFill>
              </a:rPr>
              <a:t>A high-level description of our project</a:t>
            </a:r>
            <a:endParaRPr lang="en" sz="1400" dirty="0">
              <a:solidFill>
                <a:schemeClr val="dk2"/>
              </a:solidFill>
            </a:endParaRPr>
          </a:p>
        </p:txBody>
      </p:sp>
      <p:grpSp>
        <p:nvGrpSpPr>
          <p:cNvPr id="2" name="Shape 194"/>
          <p:cNvGrpSpPr/>
          <p:nvPr/>
        </p:nvGrpSpPr>
        <p:grpSpPr>
          <a:xfrm>
            <a:off x="383437" y="2992212"/>
            <a:ext cx="8377136" cy="667800"/>
            <a:chOff x="383437" y="2845250"/>
            <a:chExt cx="8377136" cy="667800"/>
          </a:xfrm>
        </p:grpSpPr>
        <p:sp>
          <p:nvSpPr>
            <p:cNvPr id="195" name="Shape 195"/>
            <p:cNvSpPr/>
            <p:nvPr/>
          </p:nvSpPr>
          <p:spPr>
            <a:xfrm rot="5400000">
              <a:off x="8137924" y="2890400"/>
              <a:ext cx="667800" cy="577500"/>
            </a:xfrm>
            <a:prstGeom prst="triangle">
              <a:avLst>
                <a:gd name="adj" fmla="val 50000"/>
              </a:avLst>
            </a:prstGeom>
            <a:solidFill>
              <a:srgbClr val="4285F4"/>
            </a:solidFill>
            <a:ln>
              <a:noFill/>
            </a:ln>
          </p:spPr>
          <p:txBody>
            <a:bodyPr lIns="91425" tIns="91425" rIns="91425" bIns="91425" anchor="ctr" anchorCtr="0">
              <a:noAutofit/>
            </a:bodyPr>
            <a:lstStyle/>
            <a:p>
              <a:pPr lvl="0">
                <a:spcBef>
                  <a:spcPts val="0"/>
                </a:spcBef>
                <a:buNone/>
              </a:pPr>
              <a:endParaRPr/>
            </a:p>
          </p:txBody>
        </p:sp>
        <p:sp>
          <p:nvSpPr>
            <p:cNvPr id="196" name="Shape 196"/>
            <p:cNvSpPr/>
            <p:nvPr/>
          </p:nvSpPr>
          <p:spPr>
            <a:xfrm>
              <a:off x="383437" y="3057650"/>
              <a:ext cx="7904700" cy="243000"/>
            </a:xfrm>
            <a:prstGeom prst="rect">
              <a:avLst/>
            </a:prstGeom>
            <a:solidFill>
              <a:srgbClr val="4285F4"/>
            </a:solidFill>
            <a:ln>
              <a:noFill/>
            </a:ln>
          </p:spPr>
          <p:txBody>
            <a:bodyPr lIns="91425" tIns="91425" rIns="91425" bIns="91425" anchor="ctr" anchorCtr="0">
              <a:noAutofit/>
            </a:bodyPr>
            <a:lstStyle/>
            <a:p>
              <a:pPr lvl="0">
                <a:spcBef>
                  <a:spcPts val="0"/>
                </a:spcBef>
                <a:buNone/>
              </a:pPr>
              <a:endParaRPr/>
            </a:p>
          </p:txBody>
        </p:sp>
      </p:grpSp>
      <p:sp>
        <p:nvSpPr>
          <p:cNvPr id="5" name="Title 4"/>
          <p:cNvSpPr>
            <a:spLocks noGrp="1"/>
          </p:cNvSpPr>
          <p:nvPr>
            <p:ph type="title"/>
          </p:nvPr>
        </p:nvSpPr>
        <p:spPr/>
        <p:txBody>
          <a:bodyPr/>
          <a:lstStyle/>
          <a:p>
            <a:endParaRPr lang="en-US"/>
          </a:p>
        </p:txBody>
      </p:sp>
      <p:sp>
        <p:nvSpPr>
          <p:cNvPr id="6" name="Text Placeholder 5"/>
          <p:cNvSpPr>
            <a:spLocks noGrp="1"/>
          </p:cNvSpPr>
          <p:nvPr>
            <p:ph type="body" idx="1"/>
          </p:nvPr>
        </p:nvSpPr>
        <p:spPr/>
        <p:txBody>
          <a:bodyPr/>
          <a:lstStyle/>
          <a:p>
            <a:endParaRPr lang="en-US"/>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37021"/>
        </a:solidFill>
        <a:effectLst/>
      </p:bgPr>
    </p:bg>
    <p:spTree>
      <p:nvGrpSpPr>
        <p:cNvPr id="1" name="Shape 166"/>
        <p:cNvGrpSpPr/>
        <p:nvPr/>
      </p:nvGrpSpPr>
      <p:grpSpPr>
        <a:xfrm>
          <a:off x="0" y="0"/>
          <a:ext cx="0" cy="0"/>
          <a:chOff x="0" y="0"/>
          <a:chExt cx="0" cy="0"/>
        </a:xfrm>
      </p:grpSpPr>
      <p:sp>
        <p:nvSpPr>
          <p:cNvPr id="167" name="Shape 167"/>
          <p:cNvSpPr txBox="1">
            <a:spLocks noGrp="1"/>
          </p:cNvSpPr>
          <p:nvPr>
            <p:ph type="ctrTitle"/>
          </p:nvPr>
        </p:nvSpPr>
        <p:spPr>
          <a:xfrm>
            <a:off x="390525" y="1819275"/>
            <a:ext cx="8222100" cy="933600"/>
          </a:xfrm>
          <a:prstGeom prst="rect">
            <a:avLst/>
          </a:prstGeom>
        </p:spPr>
        <p:txBody>
          <a:bodyPr lIns="91425" tIns="91425" rIns="91425" bIns="91425" anchor="b" anchorCtr="0">
            <a:noAutofit/>
          </a:bodyPr>
          <a:lstStyle/>
          <a:p>
            <a:pPr lvl="0" rtl="0">
              <a:spcBef>
                <a:spcPts val="0"/>
              </a:spcBef>
              <a:buNone/>
            </a:pPr>
            <a:r>
              <a:rPr lang="en-US" dirty="0" smtClean="0"/>
              <a:t>What real programs do</a:t>
            </a:r>
            <a:endParaRPr lang="en" dirty="0"/>
          </a:p>
        </p:txBody>
      </p:sp>
      <p:sp>
        <p:nvSpPr>
          <p:cNvPr id="168" name="Shape 168"/>
          <p:cNvSpPr txBox="1">
            <a:spLocks noGrp="1"/>
          </p:cNvSpPr>
          <p:nvPr>
            <p:ph type="subTitle" idx="1"/>
          </p:nvPr>
        </p:nvSpPr>
        <p:spPr>
          <a:xfrm>
            <a:off x="390525" y="2789130"/>
            <a:ext cx="8222100" cy="432900"/>
          </a:xfrm>
          <a:prstGeom prst="rect">
            <a:avLst/>
          </a:prstGeom>
        </p:spPr>
        <p:txBody>
          <a:bodyPr lIns="91425" tIns="91425" rIns="91425" bIns="91425" anchor="t" anchorCtr="0">
            <a:noAutofit/>
          </a:bodyPr>
          <a:lstStyle/>
          <a:p>
            <a:pPr lvl="0" rtl="0">
              <a:spcBef>
                <a:spcPts val="0"/>
              </a:spcBef>
              <a:buNone/>
            </a:pPr>
            <a:r>
              <a:rPr lang="en-US" dirty="0" smtClean="0"/>
              <a:t>Simple but useful</a:t>
            </a:r>
            <a:endParaRPr lang="en" dirty="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12" name="Shape 212"/>
          <p:cNvSpPr txBox="1">
            <a:spLocks noGrp="1"/>
          </p:cNvSpPr>
          <p:nvPr>
            <p:ph type="title"/>
          </p:nvPr>
        </p:nvSpPr>
        <p:spPr>
          <a:xfrm>
            <a:off x="98250" y="16350"/>
            <a:ext cx="8826600" cy="602700"/>
          </a:xfrm>
          <a:prstGeom prst="rect">
            <a:avLst/>
          </a:prstGeom>
        </p:spPr>
        <p:txBody>
          <a:bodyPr lIns="91425" tIns="91425" rIns="91425" bIns="91425" anchor="ctr" anchorCtr="0">
            <a:noAutofit/>
          </a:bodyPr>
          <a:lstStyle/>
          <a:p>
            <a:pPr lvl="0" rtl="0">
              <a:spcBef>
                <a:spcPts val="0"/>
              </a:spcBef>
              <a:buNone/>
            </a:pPr>
            <a:r>
              <a:rPr lang="en-US" sz="2200" dirty="0"/>
              <a:t>In </a:t>
            </a:r>
            <a:r>
              <a:rPr lang="en-US" sz="2200"/>
              <a:t>this video, we’re going to take a look at…</a:t>
            </a:r>
            <a:endParaRPr lang="en" sz="2200" dirty="0"/>
          </a:p>
        </p:txBody>
      </p:sp>
      <p:sp>
        <p:nvSpPr>
          <p:cNvPr id="213" name="Shape 213"/>
          <p:cNvSpPr txBox="1">
            <a:spLocks noGrp="1"/>
          </p:cNvSpPr>
          <p:nvPr>
            <p:ph type="body" idx="4294967295"/>
          </p:nvPr>
        </p:nvSpPr>
        <p:spPr>
          <a:xfrm>
            <a:off x="208750" y="888475"/>
            <a:ext cx="8716200" cy="4023300"/>
          </a:xfrm>
          <a:prstGeom prst="rect">
            <a:avLst/>
          </a:prstGeom>
        </p:spPr>
        <p:txBody>
          <a:bodyPr lIns="91425" tIns="91425" rIns="91425" bIns="91425" anchor="t" anchorCtr="0">
            <a:noAutofit/>
          </a:bodyPr>
          <a:lstStyle/>
          <a:p>
            <a:pPr marL="457200" lvl="0" indent="-355600">
              <a:buClr>
                <a:srgbClr val="434343"/>
              </a:buClr>
              <a:buChar char="●"/>
            </a:pPr>
            <a:r>
              <a:rPr lang="en-US" sz="2000" dirty="0">
                <a:solidFill>
                  <a:srgbClr val="434343"/>
                </a:solidFill>
              </a:rPr>
              <a:t>The kinds of applications that we can build in Haskell</a:t>
            </a:r>
            <a:endParaRPr lang="en-US" sz="2000" dirty="0" smtClean="0">
              <a:solidFill>
                <a:srgbClr val="434343"/>
              </a:solidFill>
            </a:endParaRPr>
          </a:p>
          <a:p>
            <a:pPr marL="457200" lvl="0" indent="-355600">
              <a:buClr>
                <a:srgbClr val="434343"/>
              </a:buClr>
              <a:buChar char="●"/>
            </a:pPr>
            <a:r>
              <a:rPr lang="en-US" sz="2000" dirty="0">
                <a:solidFill>
                  <a:srgbClr val="434343"/>
                </a:solidFill>
              </a:rPr>
              <a:t>The high-level structure of most real programs</a:t>
            </a:r>
          </a:p>
        </p:txBody>
      </p:sp>
    </p:spTree>
    <p:extLst>
      <p:ext uri="{BB962C8B-B14F-4D97-AF65-F5344CB8AC3E}">
        <p14:creationId xmlns:p14="http://schemas.microsoft.com/office/powerpoint/2010/main" val="127432770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12" name="Shape 212"/>
          <p:cNvSpPr txBox="1">
            <a:spLocks noGrp="1"/>
          </p:cNvSpPr>
          <p:nvPr>
            <p:ph type="title"/>
          </p:nvPr>
        </p:nvSpPr>
        <p:spPr>
          <a:xfrm>
            <a:off x="98250" y="16350"/>
            <a:ext cx="8826600" cy="602700"/>
          </a:xfrm>
          <a:prstGeom prst="rect">
            <a:avLst/>
          </a:prstGeom>
        </p:spPr>
        <p:txBody>
          <a:bodyPr lIns="91425" tIns="91425" rIns="91425" bIns="91425" anchor="ctr" anchorCtr="0">
            <a:noAutofit/>
          </a:bodyPr>
          <a:lstStyle/>
          <a:p>
            <a:pPr lvl="0" rtl="0">
              <a:spcBef>
                <a:spcPts val="0"/>
              </a:spcBef>
              <a:buNone/>
            </a:pPr>
            <a:r>
              <a:rPr lang="en-US" sz="2200" dirty="0" smtClean="0"/>
              <a:t>Kinds of application</a:t>
            </a:r>
            <a:endParaRPr lang="en" sz="2200" dirty="0"/>
          </a:p>
        </p:txBody>
      </p:sp>
      <p:sp>
        <p:nvSpPr>
          <p:cNvPr id="213" name="Shape 213"/>
          <p:cNvSpPr txBox="1">
            <a:spLocks noGrp="1"/>
          </p:cNvSpPr>
          <p:nvPr>
            <p:ph type="body" idx="4294967295"/>
          </p:nvPr>
        </p:nvSpPr>
        <p:spPr>
          <a:xfrm>
            <a:off x="208750" y="888475"/>
            <a:ext cx="8716200" cy="4023300"/>
          </a:xfrm>
          <a:prstGeom prst="rect">
            <a:avLst/>
          </a:prstGeom>
        </p:spPr>
        <p:txBody>
          <a:bodyPr lIns="91425" tIns="91425" rIns="91425" bIns="91425" anchor="t" anchorCtr="0">
            <a:noAutofit/>
          </a:bodyPr>
          <a:lstStyle/>
          <a:p>
            <a:pPr marL="457200" lvl="0" indent="-355600" rtl="0">
              <a:spcBef>
                <a:spcPts val="0"/>
              </a:spcBef>
              <a:buClr>
                <a:srgbClr val="434343"/>
              </a:buClr>
              <a:buSzPct val="100000"/>
              <a:buChar char="●"/>
            </a:pPr>
            <a:r>
              <a:rPr lang="en-US" sz="2000" dirty="0" smtClean="0">
                <a:solidFill>
                  <a:srgbClr val="434343"/>
                </a:solidFill>
              </a:rPr>
              <a:t>Numeric and scientific</a:t>
            </a:r>
          </a:p>
          <a:p>
            <a:pPr marL="457200" lvl="0" indent="-355600" rtl="0">
              <a:spcBef>
                <a:spcPts val="0"/>
              </a:spcBef>
              <a:buClr>
                <a:srgbClr val="434343"/>
              </a:buClr>
              <a:buSzPct val="100000"/>
              <a:buChar char="●"/>
            </a:pPr>
            <a:r>
              <a:rPr lang="en-US" sz="2000" dirty="0" smtClean="0">
                <a:solidFill>
                  <a:srgbClr val="434343"/>
                </a:solidFill>
              </a:rPr>
              <a:t>Data-driven and database</a:t>
            </a:r>
          </a:p>
          <a:p>
            <a:pPr marL="457200" lvl="0" indent="-355600" rtl="0">
              <a:spcBef>
                <a:spcPts val="0"/>
              </a:spcBef>
              <a:buClr>
                <a:srgbClr val="434343"/>
              </a:buClr>
              <a:buSzPct val="100000"/>
              <a:buChar char="●"/>
            </a:pPr>
            <a:r>
              <a:rPr lang="en-US" sz="2000" dirty="0" smtClean="0">
                <a:solidFill>
                  <a:srgbClr val="434343"/>
                </a:solidFill>
              </a:rPr>
              <a:t>Parsing and text processing</a:t>
            </a:r>
          </a:p>
          <a:p>
            <a:pPr marL="457200" lvl="0" indent="-355600" rtl="0">
              <a:spcBef>
                <a:spcPts val="0"/>
              </a:spcBef>
              <a:buClr>
                <a:srgbClr val="434343"/>
              </a:buClr>
              <a:buSzPct val="100000"/>
              <a:buChar char="●"/>
            </a:pPr>
            <a:r>
              <a:rPr lang="en-US" sz="2000" dirty="0" smtClean="0">
                <a:solidFill>
                  <a:srgbClr val="434343"/>
                </a:solidFill>
              </a:rPr>
              <a:t>Games</a:t>
            </a:r>
          </a:p>
          <a:p>
            <a:pPr marL="457200" lvl="0" indent="-355600" rtl="0">
              <a:spcBef>
                <a:spcPts val="0"/>
              </a:spcBef>
              <a:buClr>
                <a:srgbClr val="434343"/>
              </a:buClr>
              <a:buSzPct val="100000"/>
              <a:buChar char="●"/>
            </a:pPr>
            <a:r>
              <a:rPr lang="en-US" sz="2000" dirty="0" smtClean="0">
                <a:solidFill>
                  <a:srgbClr val="434343"/>
                </a:solidFill>
              </a:rPr>
              <a:t>Graphics</a:t>
            </a:r>
            <a:endParaRPr lang="en-US" sz="2000" dirty="0">
              <a:solidFill>
                <a:srgbClr val="434343"/>
              </a:solidFill>
            </a:endParaRPr>
          </a:p>
        </p:txBody>
      </p:sp>
    </p:spTree>
    <p:extLst>
      <p:ext uri="{BB962C8B-B14F-4D97-AF65-F5344CB8AC3E}">
        <p14:creationId xmlns:p14="http://schemas.microsoft.com/office/powerpoint/2010/main" val="85145618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12" name="Shape 212"/>
          <p:cNvSpPr txBox="1">
            <a:spLocks noGrp="1"/>
          </p:cNvSpPr>
          <p:nvPr>
            <p:ph type="title"/>
          </p:nvPr>
        </p:nvSpPr>
        <p:spPr>
          <a:xfrm>
            <a:off x="98250" y="16350"/>
            <a:ext cx="8826600" cy="602700"/>
          </a:xfrm>
          <a:prstGeom prst="rect">
            <a:avLst/>
          </a:prstGeom>
        </p:spPr>
        <p:txBody>
          <a:bodyPr lIns="91425" tIns="91425" rIns="91425" bIns="91425" anchor="ctr" anchorCtr="0">
            <a:noAutofit/>
          </a:bodyPr>
          <a:lstStyle/>
          <a:p>
            <a:pPr lvl="0" rtl="0">
              <a:spcBef>
                <a:spcPts val="0"/>
              </a:spcBef>
              <a:buNone/>
            </a:pPr>
            <a:r>
              <a:rPr lang="en-US" sz="2200" dirty="0" smtClean="0"/>
              <a:t>User interfaces</a:t>
            </a:r>
            <a:endParaRPr lang="en" sz="2200" dirty="0"/>
          </a:p>
        </p:txBody>
      </p:sp>
      <p:sp>
        <p:nvSpPr>
          <p:cNvPr id="213" name="Shape 213"/>
          <p:cNvSpPr txBox="1">
            <a:spLocks noGrp="1"/>
          </p:cNvSpPr>
          <p:nvPr>
            <p:ph type="body" idx="4294967295"/>
          </p:nvPr>
        </p:nvSpPr>
        <p:spPr>
          <a:xfrm>
            <a:off x="208750" y="888475"/>
            <a:ext cx="8716200" cy="4023300"/>
          </a:xfrm>
          <a:prstGeom prst="rect">
            <a:avLst/>
          </a:prstGeom>
        </p:spPr>
        <p:txBody>
          <a:bodyPr lIns="91425" tIns="91425" rIns="91425" bIns="91425" anchor="t" anchorCtr="0">
            <a:noAutofit/>
          </a:bodyPr>
          <a:lstStyle/>
          <a:p>
            <a:pPr marL="457200" lvl="0" indent="-355600" rtl="0">
              <a:spcBef>
                <a:spcPts val="0"/>
              </a:spcBef>
              <a:buClr>
                <a:srgbClr val="434343"/>
              </a:buClr>
              <a:buSzPct val="100000"/>
              <a:buChar char="●"/>
            </a:pPr>
            <a:r>
              <a:rPr lang="en-US" sz="2000" dirty="0" smtClean="0">
                <a:solidFill>
                  <a:srgbClr val="434343"/>
                </a:solidFill>
              </a:rPr>
              <a:t>Web applications</a:t>
            </a:r>
          </a:p>
          <a:p>
            <a:pPr marL="457200" lvl="0" indent="-355600" rtl="0">
              <a:spcBef>
                <a:spcPts val="0"/>
              </a:spcBef>
              <a:buClr>
                <a:srgbClr val="434343"/>
              </a:buClr>
              <a:buSzPct val="100000"/>
              <a:buChar char="●"/>
            </a:pPr>
            <a:r>
              <a:rPr lang="en-US" sz="2000" dirty="0" smtClean="0">
                <a:solidFill>
                  <a:srgbClr val="434343"/>
                </a:solidFill>
              </a:rPr>
              <a:t>Desktop/GUI applications</a:t>
            </a:r>
          </a:p>
          <a:p>
            <a:pPr marL="457200" lvl="0" indent="-355600" rtl="0">
              <a:spcBef>
                <a:spcPts val="0"/>
              </a:spcBef>
              <a:buClr>
                <a:srgbClr val="434343"/>
              </a:buClr>
              <a:buSzPct val="100000"/>
              <a:buChar char="●"/>
            </a:pPr>
            <a:r>
              <a:rPr lang="en-US" sz="2000" dirty="0" smtClean="0">
                <a:solidFill>
                  <a:srgbClr val="434343"/>
                </a:solidFill>
              </a:rPr>
              <a:t>Command-line/terminal applications</a:t>
            </a:r>
          </a:p>
          <a:p>
            <a:pPr marL="457200" lvl="0" indent="-355600" rtl="0">
              <a:spcBef>
                <a:spcPts val="0"/>
              </a:spcBef>
              <a:buClr>
                <a:srgbClr val="434343"/>
              </a:buClr>
              <a:buSzPct val="100000"/>
              <a:buChar char="●"/>
            </a:pPr>
            <a:r>
              <a:rPr lang="en-US" sz="2000" dirty="0" smtClean="0">
                <a:solidFill>
                  <a:srgbClr val="434343"/>
                </a:solidFill>
              </a:rPr>
              <a:t>Hardware</a:t>
            </a:r>
            <a:endParaRPr lang="en-US" sz="2000" dirty="0">
              <a:solidFill>
                <a:srgbClr val="434343"/>
              </a:solidFill>
            </a:endParaRPr>
          </a:p>
        </p:txBody>
      </p:sp>
    </p:spTree>
    <p:extLst>
      <p:ext uri="{BB962C8B-B14F-4D97-AF65-F5344CB8AC3E}">
        <p14:creationId xmlns:p14="http://schemas.microsoft.com/office/powerpoint/2010/main" val="182644723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12" name="Shape 212"/>
          <p:cNvSpPr txBox="1">
            <a:spLocks noGrp="1"/>
          </p:cNvSpPr>
          <p:nvPr>
            <p:ph type="title"/>
          </p:nvPr>
        </p:nvSpPr>
        <p:spPr>
          <a:xfrm>
            <a:off x="98250" y="16350"/>
            <a:ext cx="8826600" cy="602700"/>
          </a:xfrm>
          <a:prstGeom prst="rect">
            <a:avLst/>
          </a:prstGeom>
        </p:spPr>
        <p:txBody>
          <a:bodyPr lIns="91425" tIns="91425" rIns="91425" bIns="91425" anchor="ctr" anchorCtr="0">
            <a:noAutofit/>
          </a:bodyPr>
          <a:lstStyle/>
          <a:p>
            <a:pPr lvl="0" rtl="0">
              <a:spcBef>
                <a:spcPts val="0"/>
              </a:spcBef>
              <a:buNone/>
            </a:pPr>
            <a:r>
              <a:rPr lang="en-US" sz="2200" dirty="0" smtClean="0"/>
              <a:t>What real programs do</a:t>
            </a:r>
            <a:endParaRPr lang="en" sz="2200" dirty="0"/>
          </a:p>
        </p:txBody>
      </p:sp>
      <p:sp>
        <p:nvSpPr>
          <p:cNvPr id="213" name="Shape 213"/>
          <p:cNvSpPr txBox="1">
            <a:spLocks noGrp="1"/>
          </p:cNvSpPr>
          <p:nvPr>
            <p:ph type="body" idx="4294967295"/>
          </p:nvPr>
        </p:nvSpPr>
        <p:spPr>
          <a:xfrm>
            <a:off x="208750" y="888475"/>
            <a:ext cx="8716200" cy="4023300"/>
          </a:xfrm>
          <a:prstGeom prst="rect">
            <a:avLst/>
          </a:prstGeom>
        </p:spPr>
        <p:txBody>
          <a:bodyPr lIns="91425" tIns="91425" rIns="91425" bIns="91425" anchor="t" anchorCtr="0">
            <a:noAutofit/>
          </a:bodyPr>
          <a:lstStyle/>
          <a:p>
            <a:pPr marL="457200" lvl="0" indent="-355600" rtl="0">
              <a:spcBef>
                <a:spcPts val="0"/>
              </a:spcBef>
              <a:buClr>
                <a:srgbClr val="434343"/>
              </a:buClr>
              <a:buSzPct val="100000"/>
              <a:buChar char="●"/>
            </a:pPr>
            <a:r>
              <a:rPr lang="en-US" sz="2000" dirty="0" smtClean="0">
                <a:solidFill>
                  <a:srgbClr val="434343"/>
                </a:solidFill>
              </a:rPr>
              <a:t>Take input from external systems or the user</a:t>
            </a:r>
          </a:p>
          <a:p>
            <a:pPr marL="457200" lvl="0" indent="-355600" rtl="0">
              <a:spcBef>
                <a:spcPts val="0"/>
              </a:spcBef>
              <a:buClr>
                <a:srgbClr val="434343"/>
              </a:buClr>
              <a:buSzPct val="100000"/>
              <a:buChar char="●"/>
            </a:pPr>
            <a:r>
              <a:rPr lang="en-US" sz="2000" dirty="0" smtClean="0">
                <a:solidFill>
                  <a:srgbClr val="434343"/>
                </a:solidFill>
              </a:rPr>
              <a:t>Perform some kind of computation on the input</a:t>
            </a:r>
          </a:p>
          <a:p>
            <a:pPr marL="457200" lvl="0" indent="-355600" rtl="0">
              <a:spcBef>
                <a:spcPts val="0"/>
              </a:spcBef>
              <a:buClr>
                <a:srgbClr val="434343"/>
              </a:buClr>
              <a:buSzPct val="100000"/>
              <a:buChar char="●"/>
            </a:pPr>
            <a:r>
              <a:rPr lang="en-US" sz="2000" dirty="0" smtClean="0">
                <a:solidFill>
                  <a:srgbClr val="434343"/>
                </a:solidFill>
              </a:rPr>
              <a:t>Write output to external systems or the user</a:t>
            </a:r>
            <a:endParaRPr lang="en-US" sz="2000" dirty="0">
              <a:solidFill>
                <a:srgbClr val="434343"/>
              </a:solidFill>
            </a:endParaRPr>
          </a:p>
        </p:txBody>
      </p:sp>
    </p:spTree>
    <p:extLst>
      <p:ext uri="{BB962C8B-B14F-4D97-AF65-F5344CB8AC3E}">
        <p14:creationId xmlns:p14="http://schemas.microsoft.com/office/powerpoint/2010/main" val="60860472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12" name="Shape 212"/>
          <p:cNvSpPr txBox="1">
            <a:spLocks noGrp="1"/>
          </p:cNvSpPr>
          <p:nvPr>
            <p:ph type="title"/>
          </p:nvPr>
        </p:nvSpPr>
        <p:spPr>
          <a:xfrm>
            <a:off x="98250" y="16350"/>
            <a:ext cx="8826600" cy="602700"/>
          </a:xfrm>
          <a:prstGeom prst="rect">
            <a:avLst/>
          </a:prstGeom>
        </p:spPr>
        <p:txBody>
          <a:bodyPr lIns="91425" tIns="91425" rIns="91425" bIns="91425" anchor="ctr" anchorCtr="0">
            <a:noAutofit/>
          </a:bodyPr>
          <a:lstStyle/>
          <a:p>
            <a:pPr lvl="0" rtl="0">
              <a:spcBef>
                <a:spcPts val="0"/>
              </a:spcBef>
              <a:buNone/>
            </a:pPr>
            <a:r>
              <a:rPr lang="en-US" sz="2200" dirty="0" smtClean="0"/>
              <a:t>What kind of Haskell program will we develop?</a:t>
            </a:r>
            <a:endParaRPr lang="en" sz="2200" dirty="0"/>
          </a:p>
        </p:txBody>
      </p:sp>
      <p:sp>
        <p:nvSpPr>
          <p:cNvPr id="213" name="Shape 213"/>
          <p:cNvSpPr txBox="1">
            <a:spLocks noGrp="1"/>
          </p:cNvSpPr>
          <p:nvPr>
            <p:ph type="body" idx="4294967295"/>
          </p:nvPr>
        </p:nvSpPr>
        <p:spPr>
          <a:xfrm>
            <a:off x="208750" y="888475"/>
            <a:ext cx="8716200" cy="4023300"/>
          </a:xfrm>
          <a:prstGeom prst="rect">
            <a:avLst/>
          </a:prstGeom>
        </p:spPr>
        <p:txBody>
          <a:bodyPr lIns="91425" tIns="91425" rIns="91425" bIns="91425" anchor="t" anchorCtr="0">
            <a:noAutofit/>
          </a:bodyPr>
          <a:lstStyle/>
          <a:p>
            <a:pPr marL="457200" lvl="0" indent="-355600" rtl="0">
              <a:spcBef>
                <a:spcPts val="0"/>
              </a:spcBef>
              <a:buClr>
                <a:srgbClr val="434343"/>
              </a:buClr>
              <a:buSzPct val="100000"/>
              <a:buChar char="●"/>
            </a:pPr>
            <a:r>
              <a:rPr lang="en-US" sz="2000" dirty="0" smtClean="0">
                <a:solidFill>
                  <a:srgbClr val="434343"/>
                </a:solidFill>
              </a:rPr>
              <a:t>Command-line/terminal application</a:t>
            </a:r>
          </a:p>
          <a:p>
            <a:pPr marL="457200" lvl="0" indent="-355600" rtl="0">
              <a:spcBef>
                <a:spcPts val="0"/>
              </a:spcBef>
              <a:buClr>
                <a:srgbClr val="434343"/>
              </a:buClr>
              <a:buSzPct val="100000"/>
              <a:buChar char="●"/>
            </a:pPr>
            <a:r>
              <a:rPr lang="en-US" sz="2000" dirty="0" smtClean="0">
                <a:solidFill>
                  <a:srgbClr val="434343"/>
                </a:solidFill>
              </a:rPr>
              <a:t>Takes input from user and file system</a:t>
            </a:r>
          </a:p>
          <a:p>
            <a:pPr marL="457200" lvl="0" indent="-355600" rtl="0">
              <a:spcBef>
                <a:spcPts val="0"/>
              </a:spcBef>
              <a:buClr>
                <a:srgbClr val="434343"/>
              </a:buClr>
              <a:buSzPct val="100000"/>
              <a:buChar char="●"/>
            </a:pPr>
            <a:r>
              <a:rPr lang="en-US" sz="2000" dirty="0" smtClean="0">
                <a:solidFill>
                  <a:srgbClr val="434343"/>
                </a:solidFill>
              </a:rPr>
              <a:t>Display out to user</a:t>
            </a:r>
          </a:p>
          <a:p>
            <a:pPr marL="457200" lvl="0" indent="-355600" rtl="0">
              <a:spcBef>
                <a:spcPts val="0"/>
              </a:spcBef>
              <a:buClr>
                <a:srgbClr val="434343"/>
              </a:buClr>
              <a:buSzPct val="100000"/>
              <a:buChar char="●"/>
            </a:pPr>
            <a:r>
              <a:rPr lang="en-US" sz="2000" smtClean="0">
                <a:solidFill>
                  <a:srgbClr val="434343"/>
                </a:solidFill>
              </a:rPr>
              <a:t>Writes to file system</a:t>
            </a:r>
            <a:endParaRPr lang="en-US" sz="2000" dirty="0">
              <a:solidFill>
                <a:srgbClr val="434343"/>
              </a:solidFill>
            </a:endParaRPr>
          </a:p>
        </p:txBody>
      </p:sp>
    </p:spTree>
    <p:extLst>
      <p:ext uri="{BB962C8B-B14F-4D97-AF65-F5344CB8AC3E}">
        <p14:creationId xmlns:p14="http://schemas.microsoft.com/office/powerpoint/2010/main" val="119527615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71"/>
        <p:cNvGrpSpPr/>
        <p:nvPr/>
      </p:nvGrpSpPr>
      <p:grpSpPr>
        <a:xfrm>
          <a:off x="0" y="0"/>
          <a:ext cx="0" cy="0"/>
          <a:chOff x="0" y="0"/>
          <a:chExt cx="0" cy="0"/>
        </a:xfrm>
      </p:grpSpPr>
      <p:sp>
        <p:nvSpPr>
          <p:cNvPr id="272" name="Shape 272"/>
          <p:cNvSpPr txBox="1">
            <a:spLocks noGrp="1"/>
          </p:cNvSpPr>
          <p:nvPr>
            <p:ph type="ctrTitle"/>
          </p:nvPr>
        </p:nvSpPr>
        <p:spPr>
          <a:xfrm>
            <a:off x="390525" y="1819275"/>
            <a:ext cx="8222100" cy="933600"/>
          </a:xfrm>
          <a:prstGeom prst="rect">
            <a:avLst/>
          </a:prstGeom>
        </p:spPr>
        <p:txBody>
          <a:bodyPr lIns="91425" tIns="91425" rIns="91425" bIns="91425" anchor="b" anchorCtr="0">
            <a:noAutofit/>
          </a:bodyPr>
          <a:lstStyle/>
          <a:p>
            <a:pPr lvl="0" rtl="0">
              <a:spcBef>
                <a:spcPts val="0"/>
              </a:spcBef>
              <a:buNone/>
            </a:pPr>
            <a:r>
              <a:rPr lang="en-US" dirty="0" smtClean="0"/>
              <a:t>Next Video</a:t>
            </a:r>
            <a:endParaRPr lang="en" dirty="0"/>
          </a:p>
        </p:txBody>
      </p:sp>
      <p:sp>
        <p:nvSpPr>
          <p:cNvPr id="273" name="Shape 273"/>
          <p:cNvSpPr txBox="1">
            <a:spLocks noGrp="1"/>
          </p:cNvSpPr>
          <p:nvPr>
            <p:ph type="subTitle" idx="1"/>
          </p:nvPr>
        </p:nvSpPr>
        <p:spPr>
          <a:xfrm>
            <a:off x="390525" y="2789130"/>
            <a:ext cx="8222100" cy="432900"/>
          </a:xfrm>
          <a:prstGeom prst="rect">
            <a:avLst/>
          </a:prstGeom>
        </p:spPr>
        <p:txBody>
          <a:bodyPr lIns="91425" tIns="91425" rIns="91425" bIns="91425" anchor="t" anchorCtr="0">
            <a:noAutofit/>
          </a:bodyPr>
          <a:lstStyle/>
          <a:p>
            <a:pPr lvl="0"/>
            <a:r>
              <a:rPr lang="en-US" dirty="0"/>
              <a:t>Command-line to-do list</a:t>
            </a:r>
            <a:endParaRPr lang="en" dirty="0"/>
          </a:p>
        </p:txBody>
      </p:sp>
    </p:spTree>
  </p:cSld>
  <p:clrMapOvr>
    <a:masterClrMapping/>
  </p:clrMapOvr>
</p:sld>
</file>

<file path=ppt/theme/theme1.xml><?xml version="1.0" encoding="utf-8"?>
<a:theme xmlns:a="http://schemas.openxmlformats.org/drawingml/2006/main" name="Packt">
  <a:themeElements>
    <a:clrScheme name="Material">
      <a:dk1>
        <a:srgbClr val="4285F4"/>
      </a:dk1>
      <a:lt1>
        <a:srgbClr val="FFFFFF"/>
      </a:lt1>
      <a:dk2>
        <a:srgbClr val="424242"/>
      </a:dk2>
      <a:lt2>
        <a:srgbClr val="737373"/>
      </a:lt2>
      <a:accent1>
        <a:srgbClr val="0277BD"/>
      </a:accent1>
      <a:accent2>
        <a:srgbClr val="0F9D58"/>
      </a:accent2>
      <a:accent3>
        <a:srgbClr val="DB4437"/>
      </a:accent3>
      <a:accent4>
        <a:srgbClr val="FAFAFA"/>
      </a:accent4>
      <a:accent5>
        <a:srgbClr val="4FC3F7"/>
      </a:accent5>
      <a:accent6>
        <a:srgbClr val="F4B400"/>
      </a:accent6>
      <a:hlink>
        <a:srgbClr val="4FC3F7"/>
      </a:hlink>
      <a:folHlink>
        <a:srgbClr val="4FC3F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Packt">
  <a:themeElements>
    <a:clrScheme name="Material">
      <a:dk1>
        <a:srgbClr val="4285F4"/>
      </a:dk1>
      <a:lt1>
        <a:srgbClr val="FFFFFF"/>
      </a:lt1>
      <a:dk2>
        <a:srgbClr val="424242"/>
      </a:dk2>
      <a:lt2>
        <a:srgbClr val="737373"/>
      </a:lt2>
      <a:accent1>
        <a:srgbClr val="0277BD"/>
      </a:accent1>
      <a:accent2>
        <a:srgbClr val="0F9D58"/>
      </a:accent2>
      <a:accent3>
        <a:srgbClr val="DB4437"/>
      </a:accent3>
      <a:accent4>
        <a:srgbClr val="FAFAFA"/>
      </a:accent4>
      <a:accent5>
        <a:srgbClr val="4FC3F7"/>
      </a:accent5>
      <a:accent6>
        <a:srgbClr val="F4B400"/>
      </a:accent6>
      <a:hlink>
        <a:srgbClr val="4FC3F7"/>
      </a:hlink>
      <a:folHlink>
        <a:srgbClr val="4FC3F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Custom Theme">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173</TotalTime>
  <Words>375</Words>
  <Application>Microsoft Office PowerPoint</Application>
  <PresentationFormat>On-screen Show (16:9)</PresentationFormat>
  <Paragraphs>46</Paragraphs>
  <Slides>10</Slides>
  <Notes>9</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10</vt:i4>
      </vt:variant>
    </vt:vector>
  </HeadingPairs>
  <TitlesOfParts>
    <vt:vector size="16" baseType="lpstr">
      <vt:lpstr>Arial</vt:lpstr>
      <vt:lpstr>Calibri</vt:lpstr>
      <vt:lpstr>Roboto</vt:lpstr>
      <vt:lpstr>Wingdings</vt:lpstr>
      <vt:lpstr>Packt</vt:lpstr>
      <vt:lpstr>Packt</vt:lpstr>
      <vt:lpstr>Building an Application with Haskell</vt:lpstr>
      <vt:lpstr>Simple but useful</vt:lpstr>
      <vt:lpstr>What We’ll Learn</vt:lpstr>
      <vt:lpstr>What real programs do</vt:lpstr>
      <vt:lpstr>In this video, we’re going to take a look at…</vt:lpstr>
      <vt:lpstr>Kinds of application</vt:lpstr>
      <vt:lpstr>User interfaces</vt:lpstr>
      <vt:lpstr>What real programs do</vt:lpstr>
      <vt:lpstr>What kind of Haskell program will we develop?</vt:lpstr>
      <vt:lpstr>Next Video</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Subsection Title</dc:title>
  <cp:lastModifiedBy>Richard Cook</cp:lastModifiedBy>
  <cp:revision>51</cp:revision>
  <dcterms:modified xsi:type="dcterms:W3CDTF">2017-06-10T17:40:34Z</dcterms:modified>
</cp:coreProperties>
</file>