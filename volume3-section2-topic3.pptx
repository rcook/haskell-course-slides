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9"/>
  </p:notesMasterIdLst>
  <p:sldIdLst>
    <p:sldId id="258" r:id="rId3"/>
    <p:sldId id="270" r:id="rId4"/>
    <p:sldId id="272" r:id="rId5"/>
    <p:sldId id="273" r:id="rId6"/>
    <p:sldId id="271" r:id="rId7"/>
    <p:sldId id="269"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7812" autoAdjust="0"/>
  </p:normalViewPr>
  <p:slideViewPr>
    <p:cSldViewPr>
      <p:cViewPr varScale="1">
        <p:scale>
          <a:sx n="71" d="100"/>
          <a:sy n="71" d="100"/>
        </p:scale>
        <p:origin x="1140" y="4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005826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821001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2028676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326206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err="1" smtClean="0"/>
              <a:t>Subparsers</a:t>
            </a:r>
            <a:r>
              <a:rPr lang="en-US" dirty="0" smtClean="0"/>
              <a:t> and wrapping up</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dirty="0" smtClean="0"/>
              <a:t>The command line</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Implementing command-line subcommands</a:t>
            </a:r>
          </a:p>
          <a:p>
            <a:pPr marL="457200" lvl="0" indent="-355600" rtl="0">
              <a:spcBef>
                <a:spcPts val="0"/>
              </a:spcBef>
              <a:buClr>
                <a:srgbClr val="434343"/>
              </a:buClr>
              <a:buSzPct val="100000"/>
              <a:buChar char="●"/>
            </a:pPr>
            <a:r>
              <a:rPr lang="en-US" sz="2000" dirty="0" smtClean="0">
                <a:solidFill>
                  <a:srgbClr val="434343"/>
                </a:solidFill>
              </a:rPr>
              <a:t>Implementing the rest of our CLI</a:t>
            </a:r>
            <a:endParaRPr lang="en-US" sz="2000" dirty="0">
              <a:solidFill>
                <a:srgbClr val="434343"/>
              </a:solidFill>
            </a:endParaRPr>
          </a:p>
        </p:txBody>
      </p:sp>
    </p:spTree>
    <p:extLst>
      <p:ext uri="{BB962C8B-B14F-4D97-AF65-F5344CB8AC3E}">
        <p14:creationId xmlns:p14="http://schemas.microsoft.com/office/powerpoint/2010/main" val="193380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smtClean="0"/>
              <a:t>Our to-do item</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Title (required)</a:t>
            </a:r>
          </a:p>
          <a:p>
            <a:pPr marL="457200" lvl="0" indent="-355600" rtl="0">
              <a:spcBef>
                <a:spcPts val="0"/>
              </a:spcBef>
              <a:buClr>
                <a:srgbClr val="434343"/>
              </a:buClr>
              <a:buSzPct val="100000"/>
              <a:buChar char="●"/>
            </a:pPr>
            <a:r>
              <a:rPr lang="en-US" sz="2000" dirty="0" smtClean="0">
                <a:solidFill>
                  <a:srgbClr val="434343"/>
                </a:solidFill>
              </a:rPr>
              <a:t>Description (optional)</a:t>
            </a:r>
          </a:p>
          <a:p>
            <a:pPr marL="457200" lvl="0" indent="-355600" rtl="0">
              <a:spcBef>
                <a:spcPts val="0"/>
              </a:spcBef>
              <a:buClr>
                <a:srgbClr val="434343"/>
              </a:buClr>
              <a:buSzPct val="100000"/>
              <a:buChar char="●"/>
            </a:pPr>
            <a:r>
              <a:rPr lang="en-US" sz="2000" dirty="0" smtClean="0">
                <a:solidFill>
                  <a:srgbClr val="434343"/>
                </a:solidFill>
              </a:rPr>
              <a:t>Priority (optional)</a:t>
            </a:r>
          </a:p>
          <a:p>
            <a:pPr marL="457200" lvl="0" indent="-355600" rtl="0">
              <a:spcBef>
                <a:spcPts val="0"/>
              </a:spcBef>
              <a:buClr>
                <a:srgbClr val="434343"/>
              </a:buClr>
              <a:buSzPct val="100000"/>
              <a:buChar char="●"/>
            </a:pPr>
            <a:r>
              <a:rPr lang="en-US" sz="2000" smtClean="0">
                <a:solidFill>
                  <a:srgbClr val="434343"/>
                </a:solidFill>
              </a:rPr>
              <a:t>Due-by date (optional)</a:t>
            </a:r>
            <a:endParaRPr lang="en-US" sz="2000" dirty="0">
              <a:solidFill>
                <a:srgbClr val="434343"/>
              </a:solidFill>
            </a:endParaRPr>
          </a:p>
        </p:txBody>
      </p:sp>
    </p:spTree>
    <p:extLst>
      <p:ext uri="{BB962C8B-B14F-4D97-AF65-F5344CB8AC3E}">
        <p14:creationId xmlns:p14="http://schemas.microsoft.com/office/powerpoint/2010/main" val="1902395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smtClean="0"/>
              <a:t>Field types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We’ve parsed integers</a:t>
            </a:r>
          </a:p>
          <a:p>
            <a:pPr marL="457200" lvl="0" indent="-355600" rtl="0">
              <a:spcBef>
                <a:spcPts val="0"/>
              </a:spcBef>
              <a:buClr>
                <a:srgbClr val="434343"/>
              </a:buClr>
              <a:buSzPct val="100000"/>
              <a:buChar char="●"/>
            </a:pPr>
            <a:r>
              <a:rPr lang="en-US" sz="2000" dirty="0" smtClean="0">
                <a:solidFill>
                  <a:srgbClr val="434343"/>
                </a:solidFill>
              </a:rPr>
              <a:t>We’ve parsed strings</a:t>
            </a:r>
          </a:p>
          <a:p>
            <a:pPr marL="457200" lvl="0" indent="-355600" rtl="0">
              <a:spcBef>
                <a:spcPts val="0"/>
              </a:spcBef>
              <a:buClr>
                <a:srgbClr val="434343"/>
              </a:buClr>
              <a:buSzPct val="100000"/>
              <a:buChar char="●"/>
            </a:pPr>
            <a:r>
              <a:rPr lang="en-US" sz="2000" dirty="0" smtClean="0">
                <a:solidFill>
                  <a:srgbClr val="434343"/>
                </a:solidFill>
              </a:rPr>
              <a:t>We will parse other types later</a:t>
            </a:r>
            <a:endParaRPr lang="en-US" sz="2000" dirty="0">
              <a:solidFill>
                <a:srgbClr val="434343"/>
              </a:solidFill>
            </a:endParaRPr>
          </a:p>
        </p:txBody>
      </p:sp>
    </p:spTree>
    <p:extLst>
      <p:ext uri="{BB962C8B-B14F-4D97-AF65-F5344CB8AC3E}">
        <p14:creationId xmlns:p14="http://schemas.microsoft.com/office/powerpoint/2010/main" val="917659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section, we looked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How </a:t>
            </a:r>
            <a:r>
              <a:rPr lang="en-US" sz="2000" b="1" i="1" dirty="0" err="1" smtClean="0">
                <a:solidFill>
                  <a:srgbClr val="434343"/>
                </a:solidFill>
              </a:rPr>
              <a:t>optparse</a:t>
            </a:r>
            <a:r>
              <a:rPr lang="en-US" sz="2000" b="1" i="1" dirty="0" smtClean="0">
                <a:solidFill>
                  <a:srgbClr val="434343"/>
                </a:solidFill>
              </a:rPr>
              <a:t>-applicative</a:t>
            </a:r>
            <a:r>
              <a:rPr lang="en-US" sz="2000" dirty="0" smtClean="0">
                <a:solidFill>
                  <a:srgbClr val="434343"/>
                </a:solidFill>
              </a:rPr>
              <a:t> parses command lines</a:t>
            </a:r>
          </a:p>
          <a:p>
            <a:pPr marL="457200" lvl="0" indent="-355600" rtl="0">
              <a:spcBef>
                <a:spcPts val="0"/>
              </a:spcBef>
              <a:buClr>
                <a:srgbClr val="434343"/>
              </a:buClr>
              <a:buSzPct val="100000"/>
              <a:buChar char="●"/>
            </a:pPr>
            <a:r>
              <a:rPr lang="en-US" sz="2000" dirty="0" smtClean="0">
                <a:solidFill>
                  <a:srgbClr val="434343"/>
                </a:solidFill>
              </a:rPr>
              <a:t>How we can use ADTs and the applicative style to handle complex arguments</a:t>
            </a:r>
          </a:p>
          <a:p>
            <a:pPr marL="457200" lvl="0" indent="-355600" rtl="0">
              <a:spcBef>
                <a:spcPts val="0"/>
              </a:spcBef>
              <a:buClr>
                <a:srgbClr val="434343"/>
              </a:buClr>
              <a:buSzPct val="100000"/>
              <a:buChar char="●"/>
            </a:pPr>
            <a:r>
              <a:rPr lang="en-US" sz="2000" dirty="0" err="1" smtClean="0">
                <a:solidFill>
                  <a:srgbClr val="434343"/>
                </a:solidFill>
              </a:rPr>
              <a:t>Subparsers</a:t>
            </a:r>
            <a:r>
              <a:rPr lang="en-US" sz="2000" dirty="0" smtClean="0">
                <a:solidFill>
                  <a:srgbClr val="434343"/>
                </a:solidFill>
              </a:rPr>
              <a:t> and subcommands</a:t>
            </a:r>
          </a:p>
          <a:p>
            <a:pPr marL="457200" lvl="0" indent="-355600" rtl="0">
              <a:spcBef>
                <a:spcPts val="0"/>
              </a:spcBef>
              <a:buClr>
                <a:srgbClr val="434343"/>
              </a:buClr>
              <a:buSzPct val="100000"/>
              <a:buChar char="●"/>
            </a:pPr>
            <a:r>
              <a:rPr lang="en-US" sz="2000" dirty="0" smtClean="0">
                <a:solidFill>
                  <a:srgbClr val="434343"/>
                </a:solidFill>
              </a:rPr>
              <a:t>Our </a:t>
            </a:r>
            <a:r>
              <a:rPr lang="en-US" sz="2000" smtClean="0">
                <a:solidFill>
                  <a:srgbClr val="434343"/>
                </a:solidFill>
              </a:rPr>
              <a:t>complete command-line interface</a:t>
            </a:r>
            <a:endParaRPr lang="en-US" sz="2000" dirty="0">
              <a:solidFill>
                <a:srgbClr val="434343"/>
              </a:solidFill>
            </a:endParaRPr>
          </a:p>
        </p:txBody>
      </p:sp>
    </p:spTree>
    <p:extLst>
      <p:ext uri="{BB962C8B-B14F-4D97-AF65-F5344CB8AC3E}">
        <p14:creationId xmlns:p14="http://schemas.microsoft.com/office/powerpoint/2010/main" val="360467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Next Section</a:t>
            </a:r>
            <a:endParaRPr lang="en" dirty="0"/>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smtClean="0"/>
              <a:t>Storing data on the </a:t>
            </a:r>
            <a:r>
              <a:rPr lang="en-US" smtClean="0"/>
              <a:t>file system</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254</Words>
  <Application>Microsoft Office PowerPoint</Application>
  <PresentationFormat>On-screen Show (16:9)</PresentationFormat>
  <Paragraphs>29</Paragraphs>
  <Slides>6</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vt:i4>
      </vt:variant>
    </vt:vector>
  </HeadingPairs>
  <TitlesOfParts>
    <vt:vector size="12" baseType="lpstr">
      <vt:lpstr>Arial</vt:lpstr>
      <vt:lpstr>Calibri</vt:lpstr>
      <vt:lpstr>Roboto</vt:lpstr>
      <vt:lpstr>Wingdings</vt:lpstr>
      <vt:lpstr>Packt</vt:lpstr>
      <vt:lpstr>Packt</vt:lpstr>
      <vt:lpstr>Subparsers and wrapping up</vt:lpstr>
      <vt:lpstr>In this video, we’re going to take a look at…</vt:lpstr>
      <vt:lpstr>Our to-do item</vt:lpstr>
      <vt:lpstr>Field types</vt:lpstr>
      <vt:lpstr>In this section, we looked at…</vt:lpstr>
      <vt:lpstr>Next Section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24</cp:revision>
  <dcterms:modified xsi:type="dcterms:W3CDTF">2017-06-10T16:47:18Z</dcterms:modified>
</cp:coreProperties>
</file>