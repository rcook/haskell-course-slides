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  <p:sldMasterId id="2147483684" r:id="rId3"/>
    <p:sldMasterId id="2147483696" r:id="rId4"/>
  </p:sldMasterIdLst>
  <p:sldIdLst>
    <p:sldId id="258" r:id="rId5"/>
    <p:sldId id="259" r:id="rId6"/>
    <p:sldId id="264" r:id="rId7"/>
    <p:sldId id="262" r:id="rId8"/>
    <p:sldId id="265" r:id="rId9"/>
    <p:sldId id="266" r:id="rId10"/>
    <p:sldId id="267" r:id="rId11"/>
    <p:sldId id="268" r:id="rId12"/>
    <p:sldId id="263" r:id="rId13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Segoe UI Light" panose="020B0502040204020203" pitchFamily="34" charset="0"/>
      <p:regular r:id="rId18"/>
      <p:italic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75"/>
  </p:normalViewPr>
  <p:slideViewPr>
    <p:cSldViewPr snapToGrid="0">
      <p:cViewPr varScale="1">
        <p:scale>
          <a:sx n="81" d="100"/>
          <a:sy n="81" d="100"/>
        </p:scale>
        <p:origin x="84" y="6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7835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2294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9976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2893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7292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9271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5973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263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9794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694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7238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3425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4098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6666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4228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586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1185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2748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6526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8730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171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09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34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2/7/2017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60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1.3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The Haskell Way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What features does Haskell share with other FP PLs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What is different about Haskell?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What Haskell looks like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FP features of Haskell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358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Functions are first-class values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Higher-order functions can be elegantly expressed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Haskell does not support standard loop control flow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Haskell is all about expressions </a:t>
            </a: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and declarations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Pure functions everywhere!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788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All functions are pure in Haskell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Not a requirement for an FP PL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Core to generating efficient code</a:t>
            </a:r>
            <a:endParaRPr lang="en-IN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68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Non-strict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788" y="1751460"/>
            <a:ext cx="10766277" cy="121749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Non-strict evaluation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Call-by-need</a:t>
            </a:r>
          </a:p>
        </p:txBody>
      </p:sp>
    </p:spTree>
    <p:extLst>
      <p:ext uri="{BB962C8B-B14F-4D97-AF65-F5344CB8AC3E}">
        <p14:creationId xmlns:p14="http://schemas.microsoft.com/office/powerpoint/2010/main" val="1433755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Strong, static type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788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Catch as many potential defects at compile time as possible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Generate the most efficient code as possible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Types are deleted at compile time</a:t>
            </a:r>
          </a:p>
        </p:txBody>
      </p:sp>
    </p:spTree>
    <p:extLst>
      <p:ext uri="{BB962C8B-B14F-4D97-AF65-F5344CB8AC3E}">
        <p14:creationId xmlns:p14="http://schemas.microsoft.com/office/powerpoint/2010/main" val="9591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Pragmatics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788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Whitespace sensitivity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Garbage-collected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Naming conventions</a:t>
            </a:r>
          </a:p>
        </p:txBody>
      </p:sp>
    </p:spTree>
    <p:extLst>
      <p:ext uri="{BB962C8B-B14F-4D97-AF65-F5344CB8AC3E}">
        <p14:creationId xmlns:p14="http://schemas.microsoft.com/office/powerpoint/2010/main" val="676122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788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Problems that FP and Haskell can address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The </a:t>
            </a: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FP Way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defTabSz="1088268"/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The Haskell Way</a:t>
            </a:r>
          </a:p>
        </p:txBody>
      </p:sp>
    </p:spTree>
    <p:extLst>
      <p:ext uri="{BB962C8B-B14F-4D97-AF65-F5344CB8AC3E}">
        <p14:creationId xmlns:p14="http://schemas.microsoft.com/office/powerpoint/2010/main" val="83466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293" y="3136235"/>
            <a:ext cx="10969414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>
                <a:solidFill>
                  <a:prstClr val="white"/>
                </a:solidFill>
                <a:latin typeface="Segoe UI Light" panose="020B0502040204020203" pitchFamily="34" charset="0"/>
              </a:rPr>
              <a:t>Exploring Haskell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777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152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Gisha</vt:lpstr>
      <vt:lpstr>Calibri</vt:lpstr>
      <vt:lpstr>Segoe UI Light</vt:lpstr>
      <vt:lpstr>Arial</vt:lpstr>
      <vt:lpstr>Century Gothic</vt:lpstr>
      <vt:lpstr>1_Office Theme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30</cp:revision>
  <dcterms:created xsi:type="dcterms:W3CDTF">2015-06-11T06:54:04Z</dcterms:created>
  <dcterms:modified xsi:type="dcterms:W3CDTF">2017-02-08T05:11:08Z</dcterms:modified>
</cp:coreProperties>
</file>