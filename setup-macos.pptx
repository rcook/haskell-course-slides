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8"/>
  </p:notesMasterIdLst>
  <p:sldIdLst>
    <p:sldId id="268" r:id="rId3"/>
    <p:sldId id="269" r:id="rId4"/>
    <p:sldId id="271" r:id="rId5"/>
    <p:sldId id="272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43"/>
  </p:normalViewPr>
  <p:slideViewPr>
    <p:cSldViewPr snapToGrid="0">
      <p:cViewPr varScale="1">
        <p:scale>
          <a:sx n="90" d="100"/>
          <a:sy n="90" d="100"/>
        </p:scale>
        <p:origin x="8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3572F-A60F-484D-916A-6879E3A420D8}" type="datetimeFigureOut">
              <a:rPr lang="en-US" smtClean="0"/>
              <a:t>2/4/17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078927-3832-F348-B08B-ACEA1CE86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2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66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4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7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0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3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6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1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5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2/4/17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0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 smtClean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  <a:endParaRPr lang="en-US" sz="1933" i="1" dirty="0">
              <a:ln w="18415" cmpd="sng">
                <a:noFill/>
                <a:prstDash val="solid"/>
              </a:ln>
              <a:solidFill>
                <a:prstClr val="white">
                  <a:lumMod val="75000"/>
                </a:prst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166196" y="2492127"/>
            <a:ext cx="5540831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 smtClean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Video 2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8042" y="3279936"/>
            <a:ext cx="9224430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Installing Stack on </a:t>
            </a:r>
            <a:r>
              <a:rPr lang="en-IN" sz="4266" i="1" dirty="0" err="1" smtClean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macOS</a:t>
            </a:r>
            <a:endParaRPr lang="en-IN" sz="4266" i="1" dirty="0">
              <a:solidFill>
                <a:srgbClr val="F79646">
                  <a:lumMod val="75000"/>
                </a:srgb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66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Video,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2694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Installing Stack on </a:t>
            </a:r>
            <a:r>
              <a:rPr lang="en-US" sz="2399" dirty="0" err="1">
                <a:solidFill>
                  <a:prstClr val="white"/>
                </a:solidFill>
                <a:latin typeface="Segoe UI Light" panose="020B0502040204020203" pitchFamily="34" charset="0"/>
              </a:rPr>
              <a:t>macOS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Verifying that Stack has installed correctly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Creating a simple test project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Building and running the test </a:t>
            </a: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program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91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 smtClean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Operating system information</a:t>
            </a:r>
            <a:endParaRPr lang="en-US" sz="3599" kern="0" dirty="0">
              <a:ln w="18415" cmpd="sng">
                <a:noFill/>
                <a:prstDash val="solid"/>
              </a:ln>
              <a:solidFill>
                <a:prstClr val="black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21749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Video will show Mac OS X 10.10.5 (Yosemite)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Experience will be similar on all recent versions of Mac OS X and </a:t>
            </a:r>
            <a:r>
              <a:rPr lang="en-US" sz="2399" dirty="0" err="1" smtClean="0">
                <a:solidFill>
                  <a:prstClr val="white"/>
                </a:solidFill>
                <a:latin typeface="Segoe UI Light" panose="020B0502040204020203" pitchFamily="34" charset="0"/>
              </a:rPr>
              <a:t>macOS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01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 smtClean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Other prerequisites</a:t>
            </a:r>
            <a:endParaRPr lang="en-US" sz="3599" kern="0" dirty="0">
              <a:ln w="18415" cmpd="sng">
                <a:noFill/>
                <a:prstDash val="solid"/>
              </a:ln>
              <a:solidFill>
                <a:prstClr val="black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21749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Haskell Stack requires a recent version of </a:t>
            </a:r>
            <a:r>
              <a:rPr lang="en-US" sz="2399" dirty="0" err="1" smtClean="0">
                <a:solidFill>
                  <a:prstClr val="white"/>
                </a:solidFill>
                <a:latin typeface="Segoe UI Light" panose="020B0502040204020203" pitchFamily="34" charset="0"/>
              </a:rPr>
              <a:t>Xcode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We’ll </a:t>
            </a:r>
            <a:r>
              <a:rPr lang="en-US" sz="2399" smtClean="0">
                <a:solidFill>
                  <a:prstClr val="white"/>
                </a:solidFill>
                <a:latin typeface="Segoe UI Light" panose="020B0502040204020203" pitchFamily="34" charset="0"/>
              </a:rPr>
              <a:t>use Homebrew to manage packages and to install Stack</a:t>
            </a: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433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4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Next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5117" y="3124295"/>
            <a:ext cx="11121767" cy="725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ctr" defTabSz="1088268"/>
            <a:r>
              <a:rPr lang="en-US" sz="3999" dirty="0" smtClean="0">
                <a:solidFill>
                  <a:prstClr val="white"/>
                </a:solidFill>
                <a:latin typeface="Segoe UI Light" panose="020B0502040204020203" pitchFamily="34" charset="0"/>
              </a:rPr>
              <a:t>Installing Stack on Linux</a:t>
            </a:r>
            <a:endParaRPr lang="en-IN" sz="39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695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100</Words>
  <Application>Microsoft Macintosh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Century Gothic</vt:lpstr>
      <vt:lpstr>Gisha</vt:lpstr>
      <vt:lpstr>Segoe UI Light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13</cp:revision>
  <dcterms:created xsi:type="dcterms:W3CDTF">2015-06-11T06:54:04Z</dcterms:created>
  <dcterms:modified xsi:type="dcterms:W3CDTF">2017-02-04T22:40:31Z</dcterms:modified>
</cp:coreProperties>
</file>