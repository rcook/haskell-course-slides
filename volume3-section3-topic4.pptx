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8"/>
  </p:notesMasterIdLst>
  <p:sldIdLst>
    <p:sldId id="258" r:id="rId3"/>
    <p:sldId id="270" r:id="rId4"/>
    <p:sldId id="271" r:id="rId5"/>
    <p:sldId id="272" r:id="rId6"/>
    <p:sldId id="269"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81" d="100"/>
          <a:sy n="81" d="100"/>
        </p:scale>
        <p:origin x="1266" y="9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697652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59132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a:t>Other data types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Storing data on the file 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indent="-355600">
              <a:buClr>
                <a:srgbClr val="434343"/>
              </a:buClr>
              <a:buFont typeface="Calibri"/>
              <a:buChar char="●"/>
            </a:pPr>
            <a:r>
              <a:rPr lang="en-US" sz="2000" dirty="0">
                <a:solidFill>
                  <a:srgbClr val="434343"/>
                </a:solidFill>
              </a:rPr>
              <a:t>A short detour back to the CLI</a:t>
            </a:r>
          </a:p>
          <a:p>
            <a:pPr marL="457200" lvl="0" indent="-355600" rtl="0">
              <a:spcBef>
                <a:spcPts val="0"/>
              </a:spcBef>
              <a:buClr>
                <a:srgbClr val="434343"/>
              </a:buClr>
              <a:buSzPct val="100000"/>
              <a:buChar char="●"/>
            </a:pPr>
            <a:r>
              <a:rPr lang="en-US" sz="2000" dirty="0">
                <a:solidFill>
                  <a:srgbClr val="434343"/>
                </a:solidFill>
              </a:rPr>
              <a:t>Reading and writing other custom data types</a:t>
            </a:r>
          </a:p>
          <a:p>
            <a:pPr marL="457200" lvl="0" indent="-355600" rtl="0">
              <a:spcBef>
                <a:spcPts val="0"/>
              </a:spcBef>
              <a:buClr>
                <a:srgbClr val="434343"/>
              </a:buClr>
              <a:buSzPct val="100000"/>
              <a:buChar char="●"/>
            </a:pPr>
            <a:r>
              <a:rPr lang="en-US" sz="2000" dirty="0">
                <a:solidFill>
                  <a:srgbClr val="434343"/>
                </a:solidFill>
              </a:rPr>
              <a:t>Some observations</a:t>
            </a: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Observations</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indent="-355600">
              <a:buClr>
                <a:srgbClr val="434343"/>
              </a:buClr>
              <a:buFont typeface="Calibri"/>
              <a:buChar char="●"/>
            </a:pPr>
            <a:r>
              <a:rPr lang="en-US" sz="2000" dirty="0">
                <a:solidFill>
                  <a:srgbClr val="434343"/>
                </a:solidFill>
              </a:rPr>
              <a:t>Updates did not require much code</a:t>
            </a:r>
          </a:p>
          <a:p>
            <a:pPr marL="457200" indent="-355600">
              <a:buClr>
                <a:srgbClr val="434343"/>
              </a:buClr>
              <a:buFont typeface="Calibri"/>
              <a:buChar char="●"/>
            </a:pPr>
            <a:r>
              <a:rPr lang="en-US" sz="2000" dirty="0">
                <a:solidFill>
                  <a:srgbClr val="434343"/>
                </a:solidFill>
              </a:rPr>
              <a:t>Results in more satisfying model of the problem domain</a:t>
            </a:r>
          </a:p>
          <a:p>
            <a:pPr marL="457200" indent="-355600">
              <a:buClr>
                <a:srgbClr val="434343"/>
              </a:buClr>
              <a:buFont typeface="Calibri"/>
              <a:buChar char="●"/>
            </a:pPr>
            <a:r>
              <a:rPr lang="en-US" sz="2000" dirty="0">
                <a:solidFill>
                  <a:srgbClr val="434343"/>
                </a:solidFill>
              </a:rPr>
              <a:t>The compiler helped us fix up our code</a:t>
            </a:r>
          </a:p>
          <a:p>
            <a:pPr marL="457200" indent="-355600">
              <a:buClr>
                <a:srgbClr val="434343"/>
              </a:buClr>
              <a:buFont typeface="Calibri"/>
              <a:buChar char="●"/>
            </a:pPr>
            <a:r>
              <a:rPr lang="en-US" sz="2000" dirty="0" err="1">
                <a:solidFill>
                  <a:srgbClr val="434343"/>
                </a:solidFill>
              </a:rPr>
              <a:t>Aeson’s</a:t>
            </a:r>
            <a:r>
              <a:rPr lang="en-US" sz="2000" dirty="0">
                <a:solidFill>
                  <a:srgbClr val="434343"/>
                </a:solidFill>
              </a:rPr>
              <a:t> automatically generated instances do the job</a:t>
            </a:r>
          </a:p>
        </p:txBody>
      </p:sp>
    </p:spTree>
    <p:extLst>
      <p:ext uri="{BB962C8B-B14F-4D97-AF65-F5344CB8AC3E}">
        <p14:creationId xmlns:p14="http://schemas.microsoft.com/office/powerpoint/2010/main" val="443021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section, we looked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indent="-355600">
              <a:buClr>
                <a:srgbClr val="434343"/>
              </a:buClr>
              <a:buFont typeface="Calibri"/>
              <a:buChar char="●"/>
            </a:pPr>
            <a:r>
              <a:rPr lang="en-US" sz="2000" dirty="0">
                <a:solidFill>
                  <a:srgbClr val="434343"/>
                </a:solidFill>
              </a:rPr>
              <a:t>Both strict and lazy file I/O</a:t>
            </a:r>
          </a:p>
          <a:p>
            <a:pPr marL="457200" indent="-355600">
              <a:buClr>
                <a:srgbClr val="434343"/>
              </a:buClr>
              <a:buFont typeface="Calibri"/>
              <a:buChar char="●"/>
            </a:pPr>
            <a:r>
              <a:rPr lang="en-US" sz="2000" dirty="0">
                <a:solidFill>
                  <a:srgbClr val="434343"/>
                </a:solidFill>
              </a:rPr>
              <a:t>String types revisited</a:t>
            </a:r>
          </a:p>
          <a:p>
            <a:pPr marL="457200" indent="-355600">
              <a:buClr>
                <a:srgbClr val="434343"/>
              </a:buClr>
              <a:buFont typeface="Calibri"/>
              <a:buChar char="●"/>
            </a:pPr>
            <a:r>
              <a:rPr lang="en-US" sz="2000" dirty="0">
                <a:solidFill>
                  <a:srgbClr val="434343"/>
                </a:solidFill>
              </a:rPr>
              <a:t>Parsing and writing YAML</a:t>
            </a:r>
          </a:p>
          <a:p>
            <a:pPr marL="457200" indent="-355600">
              <a:buClr>
                <a:srgbClr val="434343"/>
              </a:buClr>
              <a:buFont typeface="Calibri"/>
              <a:buChar char="●"/>
            </a:pPr>
            <a:r>
              <a:rPr lang="en-US" sz="2000" dirty="0">
                <a:solidFill>
                  <a:srgbClr val="434343"/>
                </a:solidFill>
              </a:rPr>
              <a:t>Handling other data types in our serialization</a:t>
            </a:r>
          </a:p>
        </p:txBody>
      </p:sp>
    </p:spTree>
    <p:extLst>
      <p:ext uri="{BB962C8B-B14F-4D97-AF65-F5344CB8AC3E}">
        <p14:creationId xmlns:p14="http://schemas.microsoft.com/office/powerpoint/2010/main" val="3393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dirty="0"/>
              <a:t>Next </a:t>
            </a:r>
            <a:r>
              <a:rPr lang="en-US" dirty="0"/>
              <a:t>Section</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a:t>Interacting with our data</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229</Words>
  <Application>Microsoft Office PowerPoint</Application>
  <PresentationFormat>On-screen Show (16:9)</PresentationFormat>
  <Paragraphs>25</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vt:lpstr>
      <vt:lpstr>Roboto</vt:lpstr>
      <vt:lpstr>Wingdings</vt:lpstr>
      <vt:lpstr>Packt</vt:lpstr>
      <vt:lpstr>Packt</vt:lpstr>
      <vt:lpstr>Other data types</vt:lpstr>
      <vt:lpstr>In this video, we’re going to take a look at…</vt:lpstr>
      <vt:lpstr>Observations</vt:lpstr>
      <vt:lpstr>In this section, we looked at…</vt:lpstr>
      <vt:lpstr>Next Section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61</cp:revision>
  <dcterms:modified xsi:type="dcterms:W3CDTF">2017-08-02T03:59:57Z</dcterms:modified>
</cp:coreProperties>
</file>