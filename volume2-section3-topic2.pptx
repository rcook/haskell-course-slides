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7"/>
  </p:notesMasterIdLst>
  <p:sldIdLst>
    <p:sldId id="258" r:id="rId3"/>
    <p:sldId id="270" r:id="rId4"/>
    <p:sldId id="271" r:id="rId5"/>
    <p:sldId id="269" r:id="rId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12" autoAdjust="0"/>
  </p:normalViewPr>
  <p:slideViewPr>
    <p:cSldViewPr>
      <p:cViewPr varScale="1">
        <p:scale>
          <a:sx n="108" d="100"/>
          <a:sy n="108" d="100"/>
        </p:scale>
        <p:origin x="80" y="23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233464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Searching</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Packages and the Haskell ecosystem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Hoogle</a:t>
            </a:r>
          </a:p>
          <a:p>
            <a:pPr marL="457200" lvl="0" indent="-355600" rtl="0">
              <a:spcBef>
                <a:spcPts val="0"/>
              </a:spcBef>
              <a:buClr>
                <a:srgbClr val="434343"/>
              </a:buClr>
              <a:buSzPct val="100000"/>
              <a:buChar char="●"/>
            </a:pPr>
            <a:r>
              <a:rPr lang="en-US" sz="2000" dirty="0" err="1">
                <a:solidFill>
                  <a:srgbClr val="434343"/>
                </a:solidFill>
              </a:rPr>
              <a:t>Hayoo</a:t>
            </a:r>
            <a:endParaRPr lang="en-US" sz="2000" dirty="0">
              <a:solidFill>
                <a:srgbClr val="434343"/>
              </a:solidFill>
            </a:endParaRPr>
          </a:p>
          <a:p>
            <a:pPr marL="457200" lvl="0" indent="-355600" rtl="0">
              <a:spcBef>
                <a:spcPts val="0"/>
              </a:spcBef>
              <a:buClr>
                <a:srgbClr val="434343"/>
              </a:buClr>
              <a:buSzPct val="100000"/>
              <a:buChar char="●"/>
            </a:pPr>
            <a:r>
              <a:rPr lang="en-US" sz="2000" dirty="0">
                <a:solidFill>
                  <a:srgbClr val="434343"/>
                </a:solidFill>
              </a:rPr>
              <a:t>Browser extensions</a:t>
            </a:r>
          </a:p>
          <a:p>
            <a:pPr marL="457200" lvl="0" indent="-355600" rtl="0">
              <a:spcBef>
                <a:spcPts val="0"/>
              </a:spcBef>
              <a:buClr>
                <a:srgbClr val="434343"/>
              </a:buClr>
              <a:buSzPct val="100000"/>
              <a:buChar char="●"/>
            </a:pPr>
            <a:r>
              <a:rPr lang="en-US" sz="2000" dirty="0">
                <a:solidFill>
                  <a:srgbClr val="434343"/>
                </a:solidFill>
              </a:rPr>
              <a:t>Searching from the command line</a:t>
            </a:r>
          </a:p>
          <a:p>
            <a:pPr marL="457200" lvl="0" indent="-355600" rtl="0">
              <a:spcBef>
                <a:spcPts val="0"/>
              </a:spcBef>
              <a:buClr>
                <a:srgbClr val="434343"/>
              </a:buClr>
              <a:buSzPct val="100000"/>
              <a:buChar char="●"/>
            </a:pPr>
            <a:r>
              <a:rPr lang="en-US" sz="2000" dirty="0">
                <a:solidFill>
                  <a:srgbClr val="434343"/>
                </a:solidFill>
              </a:rPr>
              <a:t>Searching from GHCi</a:t>
            </a:r>
          </a:p>
          <a:p>
            <a:pPr marL="457200" lvl="0" indent="-355600" rtl="0">
              <a:spcBef>
                <a:spcPts val="0"/>
              </a:spcBef>
              <a:buClr>
                <a:srgbClr val="434343"/>
              </a:buClr>
              <a:buSzPct val="100000"/>
              <a:buChar char="●"/>
            </a:pPr>
            <a:r>
              <a:rPr lang="en-US" sz="2000" dirty="0">
                <a:solidFill>
                  <a:srgbClr val="434343"/>
                </a:solidFill>
              </a:rPr>
              <a:t>An example with a detour via </a:t>
            </a:r>
            <a:r>
              <a:rPr lang="en-US" sz="2000" b="1" i="1" dirty="0">
                <a:solidFill>
                  <a:srgbClr val="434343"/>
                </a:solidFill>
              </a:rPr>
              <a:t>do</a:t>
            </a:r>
            <a:r>
              <a:rPr lang="en-US" sz="2000" dirty="0">
                <a:solidFill>
                  <a:srgbClr val="434343"/>
                </a:solidFill>
              </a:rPr>
              <a:t>-notation</a:t>
            </a: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Search extensions for common </a:t>
            </a:r>
            <a:r>
              <a:rPr lang="en-US" sz="2200" dirty="0" err="1"/>
              <a:t>browers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Google Chrome (Settings | Manage search engines…)</a:t>
            </a:r>
          </a:p>
          <a:p>
            <a:pPr marL="457200" lvl="0" indent="-355600" rtl="0">
              <a:spcBef>
                <a:spcPts val="0"/>
              </a:spcBef>
              <a:buClr>
                <a:srgbClr val="434343"/>
              </a:buClr>
              <a:buSzPct val="100000"/>
              <a:buChar char="●"/>
            </a:pPr>
            <a:r>
              <a:rPr lang="en-US" sz="2000" dirty="0">
                <a:solidFill>
                  <a:srgbClr val="434343"/>
                </a:solidFill>
              </a:rPr>
              <a:t>Safari (</a:t>
            </a:r>
            <a:r>
              <a:rPr lang="en-US" sz="2000" dirty="0" err="1">
                <a:solidFill>
                  <a:srgbClr val="434343"/>
                </a:solidFill>
              </a:rPr>
              <a:t>Omnikey</a:t>
            </a:r>
            <a:r>
              <a:rPr lang="en-US" sz="2000" dirty="0">
                <a:solidFill>
                  <a:srgbClr val="434343"/>
                </a:solidFill>
              </a:rPr>
              <a:t> browser extension)</a:t>
            </a:r>
          </a:p>
          <a:p>
            <a:pPr marL="457200" lvl="0" indent="-355600" rtl="0">
              <a:spcBef>
                <a:spcPts val="0"/>
              </a:spcBef>
              <a:buClr>
                <a:srgbClr val="434343"/>
              </a:buClr>
              <a:buSzPct val="100000"/>
              <a:buChar char="●"/>
            </a:pPr>
            <a:r>
              <a:rPr lang="en-US" sz="2000" dirty="0">
                <a:solidFill>
                  <a:srgbClr val="434343"/>
                </a:solidFill>
              </a:rPr>
              <a:t>I don’t know Microsoft Edge </a:t>
            </a:r>
            <a:r>
              <a:rPr lang="en-US" sz="2000">
                <a:solidFill>
                  <a:srgbClr val="434343"/>
                </a:solidFill>
              </a:rPr>
              <a:t>well enough!</a:t>
            </a:r>
            <a:endParaRPr lang="en-US" sz="2000" dirty="0">
              <a:solidFill>
                <a:srgbClr val="434343"/>
              </a:solidFill>
            </a:endParaRPr>
          </a:p>
        </p:txBody>
      </p:sp>
    </p:spTree>
    <p:extLst>
      <p:ext uri="{BB962C8B-B14F-4D97-AF65-F5344CB8AC3E}">
        <p14:creationId xmlns:p14="http://schemas.microsoft.com/office/powerpoint/2010/main" val="1165432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Navigating packages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168</Words>
  <Application>Microsoft Office PowerPoint</Application>
  <PresentationFormat>On-screen Show (16:9)</PresentationFormat>
  <Paragraphs>21</Paragraphs>
  <Slides>4</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vt:i4>
      </vt:variant>
    </vt:vector>
  </HeadingPairs>
  <TitlesOfParts>
    <vt:vector size="10" baseType="lpstr">
      <vt:lpstr>Arial</vt:lpstr>
      <vt:lpstr>Calibri</vt:lpstr>
      <vt:lpstr>Roboto</vt:lpstr>
      <vt:lpstr>Wingdings</vt:lpstr>
      <vt:lpstr>Packt</vt:lpstr>
      <vt:lpstr>Packt</vt:lpstr>
      <vt:lpstr>Searching</vt:lpstr>
      <vt:lpstr>In this video, we’re going to take a look at…</vt:lpstr>
      <vt:lpstr>Search extensions for common browers</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28</cp:revision>
  <dcterms:modified xsi:type="dcterms:W3CDTF">2017-04-12T01:50:59Z</dcterms:modified>
</cp:coreProperties>
</file>