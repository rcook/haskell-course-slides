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96" r:id="rId3"/>
  </p:sldMasterIdLst>
  <p:sldIdLst>
    <p:sldId id="258" r:id="rId4"/>
    <p:sldId id="259" r:id="rId5"/>
    <p:sldId id="268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375"/>
  </p:normalViewPr>
  <p:slideViewPr>
    <p:cSldViewPr snapToGrid="0">
      <p:cViewPr varScale="1">
        <p:scale>
          <a:sx n="76" d="100"/>
          <a:sy n="76" d="100"/>
        </p:scale>
        <p:origin x="1424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3425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4098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6666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4228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586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1185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2748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6526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8730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171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09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3/26/17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60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 smtClean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Writing Haskell Programs</a:t>
            </a:r>
            <a:endParaRPr lang="en-IN" sz="2399" spc="59" dirty="0">
              <a:ln w="12700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</a:t>
            </a:r>
            <a:r>
              <a:rPr lang="en-US" sz="3333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1.4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 smtClean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Stack hints and tips</a:t>
            </a:r>
            <a:endParaRPr lang="en-IN" sz="4266" i="1" dirty="0">
              <a:solidFill>
                <a:srgbClr val="F79646">
                  <a:lumMod val="75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How to structure your projects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Rapid prototyping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Test-driven development, Stack-style</a:t>
            </a: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788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Developing Haskell programs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Cabal files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Stack in detail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Stack hints and tips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66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293" y="3136235"/>
            <a:ext cx="10969414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smtClean="0">
                <a:solidFill>
                  <a:prstClr val="white"/>
                </a:solidFill>
                <a:latin typeface="Segoe UI Light" panose="020B0502040204020203" pitchFamily="34" charset="0"/>
              </a:rPr>
              <a:t>Modules explained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777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52</Words>
  <Application>Microsoft Macintosh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Calibri</vt:lpstr>
      <vt:lpstr>Century Gothic</vt:lpstr>
      <vt:lpstr>Gisha</vt:lpstr>
      <vt:lpstr>Segoe UI Light</vt:lpstr>
      <vt:lpstr>Arial</vt:lpstr>
      <vt:lpstr>1_Office Theme</vt:lpstr>
      <vt:lpstr>Office Theme</vt:lpstr>
      <vt:lpstr>3_Office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34</cp:revision>
  <dcterms:created xsi:type="dcterms:W3CDTF">2015-06-11T06:54:04Z</dcterms:created>
  <dcterms:modified xsi:type="dcterms:W3CDTF">2017-03-26T16:36:10Z</dcterms:modified>
</cp:coreProperties>
</file>