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1"/>
    <p:restoredTop sz="77812" autoAdjust="0"/>
  </p:normalViewPr>
  <p:slideViewPr>
    <p:cSldViewPr>
      <p:cViewPr varScale="1">
        <p:scale>
          <a:sx n="82" d="100"/>
          <a:sy n="82" d="100"/>
        </p:scale>
        <p:origin x="736"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smtClean="0"/>
              <a:t>Deleting items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Deleting items from disc</a:t>
            </a:r>
          </a:p>
          <a:p>
            <a:pPr marL="457200" lvl="0" indent="-355600" rtl="0">
              <a:spcBef>
                <a:spcPts val="0"/>
              </a:spcBef>
              <a:buClr>
                <a:srgbClr val="434343"/>
              </a:buClr>
              <a:buSzPct val="100000"/>
              <a:buChar char="●"/>
            </a:pPr>
            <a:r>
              <a:rPr lang="en-US" sz="2000" dirty="0" smtClean="0">
                <a:solidFill>
                  <a:srgbClr val="434343"/>
                </a:solidFill>
              </a:rPr>
              <a:t>Implementing the </a:t>
            </a:r>
            <a:r>
              <a:rPr lang="en-US" sz="2000" b="1" i="1" dirty="0" smtClean="0">
                <a:solidFill>
                  <a:srgbClr val="434343"/>
                </a:solidFill>
              </a:rPr>
              <a:t>Remove</a:t>
            </a:r>
            <a:r>
              <a:rPr lang="en-US" sz="2000" dirty="0" smtClean="0">
                <a:solidFill>
                  <a:srgbClr val="434343"/>
                </a:solidFill>
              </a:rPr>
              <a:t> command in our program</a:t>
            </a:r>
            <a:endParaRPr lang="en-US" sz="2000" dirty="0">
              <a:solidFill>
                <a:srgbClr val="434343"/>
              </a:solidFill>
            </a:endParaRP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smtClean="0"/>
              <a:t>Updating items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106</Words>
  <Application>Microsoft Macintosh PowerPoint</Application>
  <PresentationFormat>On-screen Show (16:9)</PresentationFormat>
  <Paragraphs>12</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Roboto</vt:lpstr>
      <vt:lpstr>Wingdings</vt:lpstr>
      <vt:lpstr>Packt</vt:lpstr>
      <vt:lpstr>Packt</vt:lpstr>
      <vt:lpstr>Deleting items</vt:lpstr>
      <vt:lpstr>In this video, we’re going to take a look at…</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44</cp:revision>
  <dcterms:modified xsi:type="dcterms:W3CDTF">2017-07-16T22:29:13Z</dcterms:modified>
</cp:coreProperties>
</file>