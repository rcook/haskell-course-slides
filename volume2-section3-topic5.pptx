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 id="2147483691" r:id="rId2"/>
  </p:sldMasterIdLst>
  <p:notesMasterIdLst>
    <p:notesMasterId r:id="rId15"/>
  </p:notesMasterIdLst>
  <p:sldIdLst>
    <p:sldId id="258" r:id="rId3"/>
    <p:sldId id="270" r:id="rId4"/>
    <p:sldId id="272" r:id="rId5"/>
    <p:sldId id="273" r:id="rId6"/>
    <p:sldId id="274" r:id="rId7"/>
    <p:sldId id="275" r:id="rId8"/>
    <p:sldId id="276" r:id="rId9"/>
    <p:sldId id="277" r:id="rId10"/>
    <p:sldId id="278" r:id="rId11"/>
    <p:sldId id="279" r:id="rId12"/>
    <p:sldId id="280" r:id="rId13"/>
    <p:sldId id="269" r:id="rId1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220494-F72E-42EC-8C15-EB342598EB4E}">
  <a:tblStyle styleId="{62220494-F72E-42EC-8C15-EB342598EB4E}"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31"/>
    <p:restoredTop sz="77812" autoAdjust="0"/>
  </p:normalViewPr>
  <p:slideViewPr>
    <p:cSldViewPr>
      <p:cViewPr varScale="1">
        <p:scale>
          <a:sx n="102" d="100"/>
          <a:sy n="102" d="100"/>
        </p:scale>
        <p:origin x="76" y="332"/>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br>
              <a:rPr lang="en-US" dirty="0"/>
            </a:br>
            <a:r>
              <a:rPr lang="en-US" dirty="0"/>
              <a:t>This would be the introduction slide</a:t>
            </a:r>
            <a:r>
              <a:rPr lang="en-US" baseline="0" dirty="0"/>
              <a:t> of the topic that you are covering in this subsection.</a:t>
            </a:r>
          </a:p>
          <a:p>
            <a:pPr lvl="0" rtl="0">
              <a:spcBef>
                <a:spcPts val="0"/>
              </a:spcBef>
              <a:buNone/>
            </a:pPr>
            <a:r>
              <a:rPr lang="en-US" baseline="0" dirty="0"/>
              <a:t>When this slide plays, you could talk about the main aim that we’d be covering in this video.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989236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794926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895923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747070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2927222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9574657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9448017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5803509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5715235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31419334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0" name="Shape 2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p>
          <a:p>
            <a:pPr lvl="0" rtl="0">
              <a:spcBef>
                <a:spcPts val="0"/>
              </a:spcBef>
              <a:buNone/>
            </a:pPr>
            <a:r>
              <a:rPr lang="en-US" b="0" dirty="0"/>
              <a:t>Here</a:t>
            </a:r>
            <a:r>
              <a:rPr lang="en-US" b="0" baseline="0" dirty="0"/>
              <a:t> the name of the next video needs to be mentioned. The narration as you guessed it would be just letting the viewer know exactly where we are at and what we’d be taking over next! </a:t>
            </a:r>
            <a:r>
              <a:rPr lang="en-US" b="0" baseline="0">
                <a:sym typeface="Wingdings" pitchFamily="2" charset="2"/>
              </a:rPr>
              <a:t></a:t>
            </a:r>
            <a:endParaRPr b="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ourse Title">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90525" y="2803825"/>
            <a:ext cx="8222100" cy="573300"/>
          </a:xfrm>
          <a:prstGeom prst="rect">
            <a:avLst/>
          </a:prstGeom>
        </p:spPr>
        <p:txBody>
          <a:bodyPr lIns="91425" tIns="91425" rIns="91425" bIns="91425" anchor="b" anchorCtr="0"/>
          <a:lstStyle>
            <a:lvl1pPr lvl="0" rtl="0">
              <a:spcBef>
                <a:spcPts val="0"/>
              </a:spcBef>
              <a:buNone/>
              <a:defRPr sz="2600"/>
            </a:lvl1pPr>
            <a:lvl2pPr lvl="1" rtl="0">
              <a:spcBef>
                <a:spcPts val="0"/>
              </a:spcBef>
              <a:buNone/>
              <a:defRPr/>
            </a:lvl2pPr>
            <a:lvl3pPr lvl="2" rtl="0">
              <a:spcBef>
                <a:spcPts val="0"/>
              </a:spcBef>
              <a:buNone/>
              <a:defRPr/>
            </a:lvl3pPr>
            <a:lvl4pPr lvl="3" rtl="0">
              <a:spcBef>
                <a:spcPts val="0"/>
              </a:spcBef>
              <a:buNone/>
              <a:defRPr/>
            </a:lvl4pPr>
            <a:lvl5pPr lvl="4" rtl="0">
              <a:spcBef>
                <a:spcPts val="0"/>
              </a:spcBef>
              <a:buNone/>
              <a:defRPr/>
            </a:lvl5pPr>
            <a:lvl6pPr lvl="5" rtl="0">
              <a:spcBef>
                <a:spcPts val="0"/>
              </a:spcBef>
              <a:buNone/>
              <a:defRPr/>
            </a:lvl6pPr>
            <a:lvl7pPr lvl="6" rtl="0">
              <a:spcBef>
                <a:spcPts val="0"/>
              </a:spcBef>
              <a:buNone/>
              <a:defRPr/>
            </a:lvl7pPr>
            <a:lvl8pPr lvl="7" rtl="0">
              <a:spcBef>
                <a:spcPts val="0"/>
              </a:spcBef>
              <a:buNone/>
              <a:defRPr/>
            </a:lvl8pPr>
            <a:lvl9pPr lvl="8" rtl="0">
              <a:spcBef>
                <a:spcPts val="0"/>
              </a:spcBef>
              <a:buNone/>
              <a:defRPr/>
            </a:lvl9pPr>
          </a:lstStyle>
          <a:p>
            <a:endParaRPr/>
          </a:p>
        </p:txBody>
      </p:sp>
      <p:pic>
        <p:nvPicPr>
          <p:cNvPr id="11" name="Shape 11" descr="Packt-Logo-white.png"/>
          <p:cNvPicPr preferRelativeResize="0"/>
          <p:nvPr/>
        </p:nvPicPr>
        <p:blipFill>
          <a:blip r:embed="rId2">
            <a:alphaModFix/>
          </a:blip>
          <a:stretch>
            <a:fillRect/>
          </a:stretch>
        </p:blipFill>
        <p:spPr>
          <a:xfrm>
            <a:off x="112750" y="1477730"/>
            <a:ext cx="3382881" cy="16166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and Subsection Title">
    <p:spTree>
      <p:nvGrpSpPr>
        <p:cNvPr id="1" name="Shape 12"/>
        <p:cNvGrpSpPr/>
        <p:nvPr/>
      </p:nvGrpSpPr>
      <p:grpSpPr>
        <a:xfrm>
          <a:off x="0" y="0"/>
          <a:ext cx="0" cy="0"/>
          <a:chOff x="0" y="0"/>
          <a:chExt cx="0" cy="0"/>
        </a:xfrm>
      </p:grpSpPr>
      <p:sp>
        <p:nvSpPr>
          <p:cNvPr id="13" name="Shape 13"/>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14" name="Shape 14"/>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pic>
        <p:nvPicPr>
          <p:cNvPr id="15" name="Shape 1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tandalone Introduction or Summar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pic>
        <p:nvPicPr>
          <p:cNvPr id="18" name="Shape 1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1" name="Shape 2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2" name="Shape 2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3" name="Shape 2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pic>
        <p:nvPicPr>
          <p:cNvPr id="24" name="Shape 24"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5"/>
        <p:cNvGrpSpPr/>
        <p:nvPr/>
      </p:nvGrpSpPr>
      <p:grpSpPr>
        <a:xfrm>
          <a:off x="0" y="0"/>
          <a:ext cx="0" cy="0"/>
          <a:chOff x="0" y="0"/>
          <a:chExt cx="0" cy="0"/>
        </a:xfrm>
      </p:grpSpPr>
      <p:sp>
        <p:nvSpPr>
          <p:cNvPr id="26" name="Shape 26"/>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7" name="Shape 2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8" name="Shape 28"/>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9" name="Shape 29"/>
          <p:cNvSpPr txBox="1">
            <a:spLocks noGrp="1"/>
          </p:cNvSpPr>
          <p:nvPr>
            <p:ph type="body" idx="1"/>
          </p:nvPr>
        </p:nvSpPr>
        <p:spPr>
          <a:xfrm>
            <a:off x="47190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sp>
        <p:nvSpPr>
          <p:cNvPr id="30" name="Shape 30"/>
          <p:cNvSpPr txBox="1">
            <a:spLocks noGrp="1"/>
          </p:cNvSpPr>
          <p:nvPr>
            <p:ph type="body" idx="2"/>
          </p:nvPr>
        </p:nvSpPr>
        <p:spPr>
          <a:xfrm>
            <a:off x="469425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pic>
        <p:nvPicPr>
          <p:cNvPr id="31" name="Shape 31"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2"/>
        <p:cNvGrpSpPr/>
        <p:nvPr/>
      </p:nvGrpSpPr>
      <p:grpSpPr>
        <a:xfrm>
          <a:off x="0" y="0"/>
          <a:ext cx="0" cy="0"/>
          <a:chOff x="0" y="0"/>
          <a:chExt cx="0" cy="0"/>
        </a:xfrm>
      </p:grpSpPr>
      <p:sp>
        <p:nvSpPr>
          <p:cNvPr id="33" name="Shape 33"/>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5" name="Shape 35"/>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pic>
        <p:nvPicPr>
          <p:cNvPr id="36" name="Shape 36"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7"/>
        <p:cNvGrpSpPr/>
        <p:nvPr/>
      </p:nvGrpSpPr>
      <p:grpSpPr>
        <a:xfrm>
          <a:off x="0" y="0"/>
          <a:ext cx="0" cy="0"/>
          <a:chOff x="0" y="0"/>
          <a:chExt cx="0" cy="0"/>
        </a:xfrm>
      </p:grpSpPr>
      <p:sp>
        <p:nvSpPr>
          <p:cNvPr id="38" name="Shape 38"/>
          <p:cNvSpPr txBox="1"/>
          <p:nvPr/>
        </p:nvSpPr>
        <p:spPr>
          <a:xfrm rot="10800000" flipH="1">
            <a:off x="3276600" y="25"/>
            <a:ext cx="58674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9" name="Shape 3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0" name="Shape 40"/>
          <p:cNvSpPr txBox="1">
            <a:spLocks noGrp="1"/>
          </p:cNvSpPr>
          <p:nvPr>
            <p:ph type="title"/>
          </p:nvPr>
        </p:nvSpPr>
        <p:spPr>
          <a:xfrm>
            <a:off x="226077" y="357800"/>
            <a:ext cx="2808000" cy="953400"/>
          </a:xfrm>
          <a:prstGeom prst="rect">
            <a:avLst/>
          </a:prstGeom>
        </p:spPr>
        <p:txBody>
          <a:bodyPr lIns="91425" tIns="91425" rIns="91425" bIns="91425" anchor="b"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endParaRPr/>
          </a:p>
        </p:txBody>
      </p:sp>
      <p:sp>
        <p:nvSpPr>
          <p:cNvPr id="41" name="Shape 41"/>
          <p:cNvSpPr txBox="1">
            <a:spLocks noGrp="1"/>
          </p:cNvSpPr>
          <p:nvPr>
            <p:ph type="body" idx="1"/>
          </p:nvPr>
        </p:nvSpPr>
        <p:spPr>
          <a:xfrm>
            <a:off x="226075" y="1465800"/>
            <a:ext cx="2808000" cy="3163500"/>
          </a:xfrm>
          <a:prstGeom prst="rect">
            <a:avLst/>
          </a:prstGeom>
        </p:spPr>
        <p:txBody>
          <a:bodyPr lIns="91425" tIns="91425" rIns="91425" bIns="91425" anchor="t" anchorCtr="0"/>
          <a:lstStyle>
            <a:lvl1pPr lvl="0" rtl="0">
              <a:spcBef>
                <a:spcPts val="0"/>
              </a:spcBef>
              <a:buClr>
                <a:schemeClr val="lt1"/>
              </a:buClr>
              <a:buFont typeface="Calibri"/>
              <a:defRPr>
                <a:solidFill>
                  <a:schemeClr val="lt1"/>
                </a:solidFill>
                <a:latin typeface="Calibri"/>
                <a:ea typeface="Calibri"/>
                <a:cs typeface="Calibri"/>
                <a:sym typeface="Calibri"/>
              </a:defRPr>
            </a:lvl1pPr>
            <a:lvl2pPr lvl="1" rtl="0">
              <a:spcBef>
                <a:spcPts val="0"/>
              </a:spcBef>
              <a:buClr>
                <a:schemeClr val="lt1"/>
              </a:buClr>
              <a:buSzPct val="100000"/>
              <a:buFont typeface="Calibri"/>
              <a:defRPr sz="1600">
                <a:solidFill>
                  <a:schemeClr val="lt1"/>
                </a:solidFill>
                <a:latin typeface="Calibri"/>
                <a:ea typeface="Calibri"/>
                <a:cs typeface="Calibri"/>
                <a:sym typeface="Calibri"/>
              </a:defRPr>
            </a:lvl2pPr>
            <a:lvl3pPr lvl="2" rtl="0">
              <a:spcBef>
                <a:spcPts val="0"/>
              </a:spcBef>
              <a:buClr>
                <a:schemeClr val="lt1"/>
              </a:buClr>
              <a:buFont typeface="Calibri"/>
              <a:defRPr>
                <a:solidFill>
                  <a:schemeClr val="lt1"/>
                </a:solidFill>
                <a:latin typeface="Calibri"/>
                <a:ea typeface="Calibri"/>
                <a:cs typeface="Calibri"/>
                <a:sym typeface="Calibri"/>
              </a:defRPr>
            </a:lvl3pPr>
            <a:lvl4pPr lvl="3" rtl="0">
              <a:spcBef>
                <a:spcPts val="0"/>
              </a:spcBef>
              <a:buClr>
                <a:schemeClr val="lt1"/>
              </a:buClr>
              <a:buSzPct val="100000"/>
              <a:buFont typeface="Calibri"/>
              <a:defRPr sz="1200">
                <a:solidFill>
                  <a:schemeClr val="lt1"/>
                </a:solidFill>
                <a:latin typeface="Calibri"/>
                <a:ea typeface="Calibri"/>
                <a:cs typeface="Calibri"/>
                <a:sym typeface="Calibri"/>
              </a:defRPr>
            </a:lvl4pPr>
            <a:lvl5pPr lvl="4" rtl="0">
              <a:spcBef>
                <a:spcPts val="0"/>
              </a:spcBef>
              <a:buClr>
                <a:schemeClr val="lt1"/>
              </a:buClr>
              <a:buSzPct val="100000"/>
              <a:buFont typeface="Calibri"/>
              <a:defRPr sz="1200">
                <a:solidFill>
                  <a:schemeClr val="lt1"/>
                </a:solidFill>
                <a:latin typeface="Calibri"/>
                <a:ea typeface="Calibri"/>
                <a:cs typeface="Calibri"/>
                <a:sym typeface="Calibri"/>
              </a:defRPr>
            </a:lvl5pPr>
            <a:lvl6pPr lvl="5" rtl="0">
              <a:spcBef>
                <a:spcPts val="0"/>
              </a:spcBef>
              <a:buClr>
                <a:schemeClr val="lt1"/>
              </a:buClr>
              <a:buSzPct val="100000"/>
              <a:buFont typeface="Calibri"/>
              <a:defRPr sz="1200">
                <a:solidFill>
                  <a:schemeClr val="lt1"/>
                </a:solidFill>
                <a:latin typeface="Calibri"/>
                <a:ea typeface="Calibri"/>
                <a:cs typeface="Calibri"/>
                <a:sym typeface="Calibri"/>
              </a:defRPr>
            </a:lvl6pPr>
            <a:lvl7pPr lvl="6" rtl="0">
              <a:spcBef>
                <a:spcPts val="0"/>
              </a:spcBef>
              <a:buClr>
                <a:schemeClr val="lt1"/>
              </a:buClr>
              <a:buSzPct val="100000"/>
              <a:buFont typeface="Calibri"/>
              <a:defRPr sz="1200">
                <a:solidFill>
                  <a:schemeClr val="lt1"/>
                </a:solidFill>
                <a:latin typeface="Calibri"/>
                <a:ea typeface="Calibri"/>
                <a:cs typeface="Calibri"/>
                <a:sym typeface="Calibri"/>
              </a:defRPr>
            </a:lvl7pPr>
            <a:lvl8pPr lvl="7" rtl="0">
              <a:spcBef>
                <a:spcPts val="0"/>
              </a:spcBef>
              <a:buClr>
                <a:schemeClr val="lt1"/>
              </a:buClr>
              <a:buSzPct val="100000"/>
              <a:buFont typeface="Calibri"/>
              <a:defRPr sz="1200">
                <a:solidFill>
                  <a:schemeClr val="lt1"/>
                </a:solidFill>
                <a:latin typeface="Calibri"/>
                <a:ea typeface="Calibri"/>
                <a:cs typeface="Calibri"/>
                <a:sym typeface="Calibri"/>
              </a:defRPr>
            </a:lvl8pPr>
            <a:lvl9pPr lvl="8" rtl="0">
              <a:spcBef>
                <a:spcPts val="0"/>
              </a:spcBef>
              <a:buClr>
                <a:schemeClr val="lt1"/>
              </a:buClr>
              <a:buSzPct val="100000"/>
              <a:buFont typeface="Calibri"/>
              <a:defRPr sz="1200">
                <a:solidFill>
                  <a:schemeClr val="lt1"/>
                </a:solidFill>
                <a:latin typeface="Calibri"/>
                <a:ea typeface="Calibri"/>
                <a:cs typeface="Calibri"/>
                <a:sym typeface="Calibri"/>
              </a:defRPr>
            </a:lvl9pPr>
          </a:lstStyle>
          <a:p>
            <a:endParaRPr/>
          </a:p>
        </p:txBody>
      </p:sp>
      <p:pic>
        <p:nvPicPr>
          <p:cNvPr id="42" name="Shape 42"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Main Point">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490250" y="488250"/>
            <a:ext cx="8034000" cy="4090800"/>
          </a:xfrm>
          <a:prstGeom prst="rect">
            <a:avLst/>
          </a:prstGeom>
        </p:spPr>
        <p:txBody>
          <a:bodyPr lIns="91425" tIns="91425" rIns="91425" bIns="91425" anchor="ctr" anchorCtr="0"/>
          <a:lstStyle>
            <a:lvl1pPr lvl="0" rtl="0">
              <a:spcBef>
                <a:spcPts val="0"/>
              </a:spcBef>
              <a:buSzPct val="100000"/>
              <a:defRPr sz="6000"/>
            </a:lvl1pPr>
            <a:lvl2pPr lvl="1" rtl="0">
              <a:spcBef>
                <a:spcPts val="0"/>
              </a:spcBef>
              <a:buSzPct val="100000"/>
              <a:defRPr sz="6000"/>
            </a:lvl2pPr>
            <a:lvl3pPr lvl="2" rtl="0">
              <a:spcBef>
                <a:spcPts val="0"/>
              </a:spcBef>
              <a:buSzPct val="100000"/>
              <a:defRPr sz="6000"/>
            </a:lvl3pPr>
            <a:lvl4pPr lvl="3" rtl="0">
              <a:spcBef>
                <a:spcPts val="0"/>
              </a:spcBef>
              <a:buSzPct val="100000"/>
              <a:defRPr sz="6000"/>
            </a:lvl4pPr>
            <a:lvl5pPr lvl="4" rtl="0">
              <a:spcBef>
                <a:spcPts val="0"/>
              </a:spcBef>
              <a:buSzPct val="100000"/>
              <a:defRPr sz="6000"/>
            </a:lvl5pPr>
            <a:lvl6pPr lvl="5" rtl="0">
              <a:spcBef>
                <a:spcPts val="0"/>
              </a:spcBef>
              <a:buSzPct val="100000"/>
              <a:defRPr sz="6000"/>
            </a:lvl6pPr>
            <a:lvl7pPr lvl="6" rtl="0">
              <a:spcBef>
                <a:spcPts val="0"/>
              </a:spcBef>
              <a:buSzPct val="100000"/>
              <a:defRPr sz="6000"/>
            </a:lvl7pPr>
            <a:lvl8pPr lvl="7" rtl="0">
              <a:spcBef>
                <a:spcPts val="0"/>
              </a:spcBef>
              <a:buSzPct val="100000"/>
              <a:defRPr sz="6000"/>
            </a:lvl8pPr>
            <a:lvl9pPr lvl="8" rtl="0">
              <a:spcBef>
                <a:spcPts val="0"/>
              </a:spcBef>
              <a:buSzPct val="100000"/>
              <a:defRPr sz="6000"/>
            </a:lvl9pPr>
          </a:lstStyle>
          <a:p>
            <a:endParaRPr/>
          </a:p>
        </p:txBody>
      </p:sp>
      <p:pic>
        <p:nvPicPr>
          <p:cNvPr id="45" name="Shape 4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plit Summary">
    <p:spTree>
      <p:nvGrpSpPr>
        <p:cNvPr id="1" name="Shape 46"/>
        <p:cNvGrpSpPr/>
        <p:nvPr/>
      </p:nvGrpSpPr>
      <p:grpSpPr>
        <a:xfrm>
          <a:off x="0" y="0"/>
          <a:ext cx="0" cy="0"/>
          <a:chOff x="0" y="0"/>
          <a:chExt cx="0" cy="0"/>
        </a:xfrm>
      </p:grpSpPr>
      <p:sp>
        <p:nvSpPr>
          <p:cNvPr id="47" name="Shape 47"/>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48" name="Shape 48"/>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9" name="Shape 49"/>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rtl="0">
              <a:spcBef>
                <a:spcPts val="0"/>
              </a:spcBef>
              <a:buClr>
                <a:srgbClr val="434343"/>
              </a:buClr>
              <a:buSzPct val="100000"/>
              <a:defRPr sz="4200">
                <a:solidFill>
                  <a:srgbClr val="434343"/>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0" name="Shape 50"/>
          <p:cNvSpPr txBox="1">
            <a:spLocks noGrp="1"/>
          </p:cNvSpPr>
          <p:nvPr>
            <p:ph type="subTitle" idx="1"/>
          </p:nvPr>
        </p:nvSpPr>
        <p:spPr>
          <a:xfrm>
            <a:off x="265500" y="2779466"/>
            <a:ext cx="4045200" cy="1235099"/>
          </a:xfrm>
          <a:prstGeom prst="rect">
            <a:avLst/>
          </a:prstGeom>
        </p:spPr>
        <p:txBody>
          <a:bodyPr lIns="91425" tIns="91425" rIns="91425" bIns="91425" anchor="t" anchorCtr="0"/>
          <a:lstStyle>
            <a:lvl1pPr lvl="0" algn="ctr" rtl="0">
              <a:lnSpc>
                <a:spcPct val="100000"/>
              </a:lnSpc>
              <a:spcBef>
                <a:spcPts val="0"/>
              </a:spcBef>
              <a:spcAft>
                <a:spcPts val="0"/>
              </a:spcAft>
              <a:buSzPct val="100000"/>
              <a:buFont typeface="Calibri"/>
              <a:buNone/>
              <a:defRPr sz="2100">
                <a:latin typeface="Calibri"/>
                <a:ea typeface="Calibri"/>
                <a:cs typeface="Calibri"/>
                <a:sym typeface="Calibri"/>
              </a:defRPr>
            </a:lvl1pPr>
            <a:lvl2pPr lvl="1" algn="ctr" rtl="0">
              <a:lnSpc>
                <a:spcPct val="100000"/>
              </a:lnSpc>
              <a:spcBef>
                <a:spcPts val="0"/>
              </a:spcBef>
              <a:spcAft>
                <a:spcPts val="0"/>
              </a:spcAft>
              <a:buSzPct val="100000"/>
              <a:buNone/>
              <a:defRPr sz="2100"/>
            </a:lvl2pPr>
            <a:lvl3pPr lvl="2" algn="ctr" rtl="0">
              <a:lnSpc>
                <a:spcPct val="100000"/>
              </a:lnSpc>
              <a:spcBef>
                <a:spcPts val="0"/>
              </a:spcBef>
              <a:spcAft>
                <a:spcPts val="0"/>
              </a:spcAft>
              <a:buSzPct val="100000"/>
              <a:buNone/>
              <a:defRPr sz="2100"/>
            </a:lvl3pPr>
            <a:lvl4pPr lvl="3" algn="ctr" rtl="0">
              <a:lnSpc>
                <a:spcPct val="100000"/>
              </a:lnSpc>
              <a:spcBef>
                <a:spcPts val="0"/>
              </a:spcBef>
              <a:spcAft>
                <a:spcPts val="0"/>
              </a:spcAft>
              <a:buSzPct val="100000"/>
              <a:buNone/>
              <a:defRPr sz="2100"/>
            </a:lvl4pPr>
            <a:lvl5pPr lvl="4" algn="ctr" rtl="0">
              <a:lnSpc>
                <a:spcPct val="100000"/>
              </a:lnSpc>
              <a:spcBef>
                <a:spcPts val="0"/>
              </a:spcBef>
              <a:spcAft>
                <a:spcPts val="0"/>
              </a:spcAft>
              <a:buSzPct val="100000"/>
              <a:buNone/>
              <a:defRPr sz="2100"/>
            </a:lvl5pPr>
            <a:lvl6pPr lvl="5" algn="ctr" rtl="0">
              <a:lnSpc>
                <a:spcPct val="100000"/>
              </a:lnSpc>
              <a:spcBef>
                <a:spcPts val="0"/>
              </a:spcBef>
              <a:spcAft>
                <a:spcPts val="0"/>
              </a:spcAft>
              <a:buSzPct val="100000"/>
              <a:buNone/>
              <a:defRPr sz="2100"/>
            </a:lvl6pPr>
            <a:lvl7pPr lvl="6" algn="ctr" rtl="0">
              <a:lnSpc>
                <a:spcPct val="100000"/>
              </a:lnSpc>
              <a:spcBef>
                <a:spcPts val="0"/>
              </a:spcBef>
              <a:spcAft>
                <a:spcPts val="0"/>
              </a:spcAft>
              <a:buSzPct val="100000"/>
              <a:buNone/>
              <a:defRPr sz="2100"/>
            </a:lvl7pPr>
            <a:lvl8pPr lvl="7" algn="ctr" rtl="0">
              <a:lnSpc>
                <a:spcPct val="100000"/>
              </a:lnSpc>
              <a:spcBef>
                <a:spcPts val="0"/>
              </a:spcBef>
              <a:spcAft>
                <a:spcPts val="0"/>
              </a:spcAft>
              <a:buSzPct val="100000"/>
              <a:buNone/>
              <a:defRPr sz="2100"/>
            </a:lvl8pPr>
            <a:lvl9pPr lvl="8" algn="ctr" rtl="0">
              <a:lnSpc>
                <a:spcPct val="100000"/>
              </a:lnSpc>
              <a:spcBef>
                <a:spcPts val="0"/>
              </a:spcBef>
              <a:spcAft>
                <a:spcPts val="0"/>
              </a:spcAft>
              <a:buSzPct val="100000"/>
              <a:buNone/>
              <a:defRPr sz="2100"/>
            </a:lvl9pPr>
          </a:lstStyle>
          <a:p>
            <a:endParaRPr/>
          </a:p>
        </p:txBody>
      </p:sp>
      <p:sp>
        <p:nvSpPr>
          <p:cNvPr id="51" name="Shape 51"/>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2" name="Shape 5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Author Profile">
    <p:spTree>
      <p:nvGrpSpPr>
        <p:cNvPr id="1" name="Shape 53"/>
        <p:cNvGrpSpPr/>
        <p:nvPr/>
      </p:nvGrpSpPr>
      <p:grpSpPr>
        <a:xfrm>
          <a:off x="0" y="0"/>
          <a:ext cx="0" cy="0"/>
          <a:chOff x="0" y="0"/>
          <a:chExt cx="0" cy="0"/>
        </a:xfrm>
      </p:grpSpPr>
      <p:sp>
        <p:nvSpPr>
          <p:cNvPr id="54" name="Shape 54"/>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56" name="Shape 56"/>
          <p:cNvSpPr txBox="1">
            <a:spLocks noGrp="1"/>
          </p:cNvSpPr>
          <p:nvPr>
            <p:ph type="title"/>
          </p:nvPr>
        </p:nvSpPr>
        <p:spPr>
          <a:xfrm>
            <a:off x="265500" y="3387625"/>
            <a:ext cx="4045200" cy="1482300"/>
          </a:xfrm>
          <a:prstGeom prst="rect">
            <a:avLst/>
          </a:prstGeom>
        </p:spPr>
        <p:txBody>
          <a:bodyPr lIns="91425" tIns="91425" rIns="91425" bIns="91425" anchor="t" anchorCtr="0"/>
          <a:lstStyle>
            <a:lvl1pPr lvl="0" algn="ctr" rtl="0">
              <a:spcBef>
                <a:spcPts val="0"/>
              </a:spcBef>
              <a:buClr>
                <a:srgbClr val="4285F4"/>
              </a:buClr>
              <a:buSzPct val="100000"/>
              <a:defRPr sz="2400">
                <a:solidFill>
                  <a:srgbClr val="4285F4"/>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7" name="Shape 57"/>
          <p:cNvSpPr txBox="1">
            <a:spLocks noGrp="1"/>
          </p:cNvSpPr>
          <p:nvPr>
            <p:ph type="body" idx="1"/>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8" name="Shape 5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pic>
        <p:nvPicPr>
          <p:cNvPr id="59" name="Shape 59" descr="Corporate headshot of a man"/>
          <p:cNvPicPr preferRelativeResize="0"/>
          <p:nvPr/>
        </p:nvPicPr>
        <p:blipFill>
          <a:blip r:embed="rId3">
            <a:alphaModFix/>
          </a:blip>
          <a:stretch>
            <a:fillRect/>
          </a:stretch>
        </p:blipFill>
        <p:spPr>
          <a:xfrm>
            <a:off x="1142554" y="917976"/>
            <a:ext cx="2291100" cy="2291100"/>
          </a:xfrm>
          <a:prstGeom prst="ellipse">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aption">
    <p:spTree>
      <p:nvGrpSpPr>
        <p:cNvPr id="1" name="Shape 60"/>
        <p:cNvGrpSpPr/>
        <p:nvPr/>
      </p:nvGrpSpPr>
      <p:grpSpPr>
        <a:xfrm>
          <a:off x="0" y="0"/>
          <a:ext cx="0" cy="0"/>
          <a:chOff x="0" y="0"/>
          <a:chExt cx="0" cy="0"/>
        </a:xfrm>
      </p:grpSpPr>
      <p:sp>
        <p:nvSpPr>
          <p:cNvPr id="61" name="Shape 61"/>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62" name="Shape 6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63" name="Shape 63"/>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ig Number">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60950" y="1248300"/>
            <a:ext cx="8222100" cy="1963500"/>
          </a:xfrm>
          <a:prstGeom prst="rect">
            <a:avLst/>
          </a:prstGeom>
        </p:spPr>
        <p:txBody>
          <a:bodyPr lIns="91425" tIns="91425" rIns="91425" bIns="91425" anchor="b" anchorCtr="0"/>
          <a:lstStyle>
            <a:lvl1pPr lvl="0" algn="ctr" rtl="0">
              <a:spcBef>
                <a:spcPts val="0"/>
              </a:spcBef>
              <a:buClr>
                <a:srgbClr val="F3F3F3"/>
              </a:buClr>
              <a:buSzPct val="100000"/>
              <a:defRPr sz="12000">
                <a:solidFill>
                  <a:srgbClr val="F3F3F3"/>
                </a:solidFill>
              </a:defRPr>
            </a:lvl1pPr>
            <a:lvl2pPr lvl="1" algn="ctr" rtl="0">
              <a:spcBef>
                <a:spcPts val="0"/>
              </a:spcBef>
              <a:buClr>
                <a:schemeClr val="dk2"/>
              </a:buClr>
              <a:buSzPct val="100000"/>
              <a:defRPr sz="12000">
                <a:solidFill>
                  <a:schemeClr val="dk2"/>
                </a:solidFill>
              </a:defRPr>
            </a:lvl2pPr>
            <a:lvl3pPr lvl="2" algn="ctr" rtl="0">
              <a:spcBef>
                <a:spcPts val="0"/>
              </a:spcBef>
              <a:buClr>
                <a:schemeClr val="dk2"/>
              </a:buClr>
              <a:buSzPct val="100000"/>
              <a:defRPr sz="12000">
                <a:solidFill>
                  <a:schemeClr val="dk2"/>
                </a:solidFill>
              </a:defRPr>
            </a:lvl3pPr>
            <a:lvl4pPr lvl="3" algn="ctr" rtl="0">
              <a:spcBef>
                <a:spcPts val="0"/>
              </a:spcBef>
              <a:buClr>
                <a:schemeClr val="dk2"/>
              </a:buClr>
              <a:buSzPct val="100000"/>
              <a:defRPr sz="12000">
                <a:solidFill>
                  <a:schemeClr val="dk2"/>
                </a:solidFill>
              </a:defRPr>
            </a:lvl4pPr>
            <a:lvl5pPr lvl="4" algn="ctr" rtl="0">
              <a:spcBef>
                <a:spcPts val="0"/>
              </a:spcBef>
              <a:buClr>
                <a:schemeClr val="dk2"/>
              </a:buClr>
              <a:buSzPct val="100000"/>
              <a:defRPr sz="12000">
                <a:solidFill>
                  <a:schemeClr val="dk2"/>
                </a:solidFill>
              </a:defRPr>
            </a:lvl5pPr>
            <a:lvl6pPr lvl="5" algn="ctr" rtl="0">
              <a:spcBef>
                <a:spcPts val="0"/>
              </a:spcBef>
              <a:buClr>
                <a:schemeClr val="dk2"/>
              </a:buClr>
              <a:buSzPct val="100000"/>
              <a:defRPr sz="12000">
                <a:solidFill>
                  <a:schemeClr val="dk2"/>
                </a:solidFill>
              </a:defRPr>
            </a:lvl6pPr>
            <a:lvl7pPr lvl="6" algn="ctr" rtl="0">
              <a:spcBef>
                <a:spcPts val="0"/>
              </a:spcBef>
              <a:buClr>
                <a:schemeClr val="dk2"/>
              </a:buClr>
              <a:buSzPct val="100000"/>
              <a:defRPr sz="12000">
                <a:solidFill>
                  <a:schemeClr val="dk2"/>
                </a:solidFill>
              </a:defRPr>
            </a:lvl7pPr>
            <a:lvl8pPr lvl="7" algn="ctr" rtl="0">
              <a:spcBef>
                <a:spcPts val="0"/>
              </a:spcBef>
              <a:buClr>
                <a:schemeClr val="dk2"/>
              </a:buClr>
              <a:buSzPct val="100000"/>
              <a:defRPr sz="12000">
                <a:solidFill>
                  <a:schemeClr val="dk2"/>
                </a:solidFill>
              </a:defRPr>
            </a:lvl8pPr>
            <a:lvl9pPr lvl="8" algn="ctr" rtl="0">
              <a:spcBef>
                <a:spcPts val="0"/>
              </a:spcBef>
              <a:buClr>
                <a:schemeClr val="dk2"/>
              </a:buClr>
              <a:buSzPct val="100000"/>
              <a:defRPr sz="12000">
                <a:solidFill>
                  <a:schemeClr val="dk2"/>
                </a:solidFill>
              </a:defRPr>
            </a:lvl9pPr>
          </a:lstStyle>
          <a:p>
            <a:endParaRPr/>
          </a:p>
        </p:txBody>
      </p:sp>
      <p:sp>
        <p:nvSpPr>
          <p:cNvPr id="66" name="Shape 66"/>
          <p:cNvSpPr txBox="1">
            <a:spLocks noGrp="1"/>
          </p:cNvSpPr>
          <p:nvPr>
            <p:ph type="body" idx="1"/>
          </p:nvPr>
        </p:nvSpPr>
        <p:spPr>
          <a:xfrm>
            <a:off x="1595400" y="3273925"/>
            <a:ext cx="5953200" cy="1300800"/>
          </a:xfrm>
          <a:prstGeom prst="rect">
            <a:avLst/>
          </a:prstGeom>
        </p:spPr>
        <p:txBody>
          <a:bodyPr lIns="91425" tIns="91425" rIns="91425" bIns="91425" anchor="t" anchorCtr="0"/>
          <a:lstStyle>
            <a:lvl1pPr lvl="0" algn="ctr" rtl="0">
              <a:spcBef>
                <a:spcPts val="0"/>
              </a:spcBef>
              <a:buClr>
                <a:srgbClr val="F3F3F3"/>
              </a:buClr>
              <a:buFont typeface="Calibri"/>
              <a:defRPr>
                <a:solidFill>
                  <a:srgbClr val="F3F3F3"/>
                </a:solidFill>
                <a:latin typeface="Calibri"/>
                <a:ea typeface="Calibri"/>
                <a:cs typeface="Calibri"/>
                <a:sym typeface="Calibri"/>
              </a:defRPr>
            </a:lvl1pPr>
            <a:lvl2pPr lvl="1" algn="ctr" rtl="0">
              <a:spcBef>
                <a:spcPts val="0"/>
              </a:spcBef>
              <a:buClr>
                <a:srgbClr val="F3F3F3"/>
              </a:buClr>
              <a:buFont typeface="Calibri"/>
              <a:defRPr>
                <a:solidFill>
                  <a:srgbClr val="F3F3F3"/>
                </a:solidFill>
                <a:latin typeface="Calibri"/>
                <a:ea typeface="Calibri"/>
                <a:cs typeface="Calibri"/>
                <a:sym typeface="Calibri"/>
              </a:defRPr>
            </a:lvl2pPr>
            <a:lvl3pPr lvl="2" algn="ctr" rtl="0">
              <a:spcBef>
                <a:spcPts val="0"/>
              </a:spcBef>
              <a:buClr>
                <a:srgbClr val="F3F3F3"/>
              </a:buClr>
              <a:buFont typeface="Calibri"/>
              <a:defRPr>
                <a:solidFill>
                  <a:srgbClr val="F3F3F3"/>
                </a:solidFill>
                <a:latin typeface="Calibri"/>
                <a:ea typeface="Calibri"/>
                <a:cs typeface="Calibri"/>
                <a:sym typeface="Calibri"/>
              </a:defRPr>
            </a:lvl3pPr>
            <a:lvl4pPr lvl="3" algn="ctr" rtl="0">
              <a:spcBef>
                <a:spcPts val="0"/>
              </a:spcBef>
              <a:buClr>
                <a:srgbClr val="F3F3F3"/>
              </a:buClr>
              <a:buFont typeface="Calibri"/>
              <a:defRPr>
                <a:solidFill>
                  <a:srgbClr val="F3F3F3"/>
                </a:solidFill>
                <a:latin typeface="Calibri"/>
                <a:ea typeface="Calibri"/>
                <a:cs typeface="Calibri"/>
                <a:sym typeface="Calibri"/>
              </a:defRPr>
            </a:lvl4pPr>
            <a:lvl5pPr lvl="4" algn="ctr" rtl="0">
              <a:spcBef>
                <a:spcPts val="0"/>
              </a:spcBef>
              <a:buClr>
                <a:srgbClr val="F3F3F3"/>
              </a:buClr>
              <a:buFont typeface="Calibri"/>
              <a:defRPr>
                <a:solidFill>
                  <a:srgbClr val="F3F3F3"/>
                </a:solidFill>
                <a:latin typeface="Calibri"/>
                <a:ea typeface="Calibri"/>
                <a:cs typeface="Calibri"/>
                <a:sym typeface="Calibri"/>
              </a:defRPr>
            </a:lvl5pPr>
            <a:lvl6pPr lvl="5" algn="ctr" rtl="0">
              <a:spcBef>
                <a:spcPts val="0"/>
              </a:spcBef>
              <a:buClr>
                <a:srgbClr val="F3F3F3"/>
              </a:buClr>
              <a:buFont typeface="Calibri"/>
              <a:defRPr>
                <a:solidFill>
                  <a:srgbClr val="F3F3F3"/>
                </a:solidFill>
                <a:latin typeface="Calibri"/>
                <a:ea typeface="Calibri"/>
                <a:cs typeface="Calibri"/>
                <a:sym typeface="Calibri"/>
              </a:defRPr>
            </a:lvl6pPr>
            <a:lvl7pPr lvl="6" algn="ctr" rtl="0">
              <a:spcBef>
                <a:spcPts val="0"/>
              </a:spcBef>
              <a:buClr>
                <a:srgbClr val="F3F3F3"/>
              </a:buClr>
              <a:buFont typeface="Calibri"/>
              <a:defRPr>
                <a:solidFill>
                  <a:srgbClr val="F3F3F3"/>
                </a:solidFill>
                <a:latin typeface="Calibri"/>
                <a:ea typeface="Calibri"/>
                <a:cs typeface="Calibri"/>
                <a:sym typeface="Calibri"/>
              </a:defRPr>
            </a:lvl7pPr>
            <a:lvl8pPr lvl="7" algn="ctr" rtl="0">
              <a:spcBef>
                <a:spcPts val="0"/>
              </a:spcBef>
              <a:buClr>
                <a:srgbClr val="F3F3F3"/>
              </a:buClr>
              <a:buFont typeface="Calibri"/>
              <a:defRPr>
                <a:solidFill>
                  <a:srgbClr val="F3F3F3"/>
                </a:solidFill>
                <a:latin typeface="Calibri"/>
                <a:ea typeface="Calibri"/>
                <a:cs typeface="Calibri"/>
                <a:sym typeface="Calibri"/>
              </a:defRPr>
            </a:lvl8pPr>
            <a:lvl9pPr lvl="8" algn="ctr" rtl="0">
              <a:spcBef>
                <a:spcPts val="0"/>
              </a:spcBef>
              <a:buClr>
                <a:srgbClr val="F3F3F3"/>
              </a:buClr>
              <a:buFont typeface="Calibri"/>
              <a:defRPr>
                <a:solidFill>
                  <a:srgbClr val="F3F3F3"/>
                </a:solidFill>
                <a:latin typeface="Calibri"/>
                <a:ea typeface="Calibri"/>
                <a:cs typeface="Calibri"/>
                <a:sym typeface="Calibri"/>
              </a:defRPr>
            </a:lvl9pPr>
          </a:lstStyle>
          <a:p>
            <a:endParaRPr/>
          </a:p>
        </p:txBody>
      </p:sp>
      <p:pic>
        <p:nvPicPr>
          <p:cNvPr id="67" name="Shape 67"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8"/>
        <p:cNvGrpSpPr/>
        <p:nvPr/>
      </p:nvGrpSpPr>
      <p:grpSpPr>
        <a:xfrm>
          <a:off x="0" y="0"/>
          <a:ext cx="0" cy="0"/>
          <a:chOff x="0" y="0"/>
          <a:chExt cx="0" cy="0"/>
        </a:xfrm>
      </p:grpSpPr>
      <p:pic>
        <p:nvPicPr>
          <p:cNvPr id="69" name="Shape 69"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ction En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4570050" y="564750"/>
            <a:ext cx="4106100" cy="4014000"/>
          </a:xfrm>
          <a:prstGeom prst="rect">
            <a:avLst/>
          </a:prstGeom>
        </p:spPr>
        <p:txBody>
          <a:bodyPr lIns="91425" tIns="91425" rIns="91425" bIns="91425" anchor="ctr" anchorCtr="0"/>
          <a:lstStyle>
            <a:lvl1pPr lvl="0">
              <a:spcBef>
                <a:spcPts val="0"/>
              </a:spcBef>
              <a:buClr>
                <a:srgbClr val="FFFFFF"/>
              </a:buClr>
              <a:defRPr>
                <a:solidFill>
                  <a:srgbClr val="FFFFFF"/>
                </a:solidFill>
              </a:defRPr>
            </a:lvl1pPr>
            <a:lvl2pPr lvl="1">
              <a:spcBef>
                <a:spcPts val="0"/>
              </a:spcBef>
              <a:buClr>
                <a:srgbClr val="FFFFFF"/>
              </a:buClr>
              <a:defRPr>
                <a:solidFill>
                  <a:srgbClr val="FFFFFF"/>
                </a:solidFill>
              </a:defRPr>
            </a:lvl2pPr>
            <a:lvl3pPr lvl="2">
              <a:spcBef>
                <a:spcPts val="0"/>
              </a:spcBef>
              <a:buClr>
                <a:srgbClr val="FFFFFF"/>
              </a:buClr>
              <a:defRPr>
                <a:solidFill>
                  <a:srgbClr val="FFFFFF"/>
                </a:solidFill>
              </a:defRPr>
            </a:lvl3pPr>
            <a:lvl4pPr lvl="3">
              <a:spcBef>
                <a:spcPts val="0"/>
              </a:spcBef>
              <a:buClr>
                <a:srgbClr val="FFFFFF"/>
              </a:buClr>
              <a:defRPr>
                <a:solidFill>
                  <a:srgbClr val="FFFFFF"/>
                </a:solidFill>
              </a:defRPr>
            </a:lvl4pPr>
            <a:lvl5pPr lvl="4">
              <a:spcBef>
                <a:spcPts val="0"/>
              </a:spcBef>
              <a:buClr>
                <a:srgbClr val="FFFFFF"/>
              </a:buClr>
              <a:defRPr>
                <a:solidFill>
                  <a:srgbClr val="FFFFFF"/>
                </a:solidFill>
              </a:defRPr>
            </a:lvl5pPr>
            <a:lvl6pPr lvl="5">
              <a:spcBef>
                <a:spcPts val="0"/>
              </a:spcBef>
              <a:buClr>
                <a:srgbClr val="FFFFFF"/>
              </a:buClr>
              <a:defRPr>
                <a:solidFill>
                  <a:srgbClr val="FFFFFF"/>
                </a:solidFill>
              </a:defRPr>
            </a:lvl6pPr>
            <a:lvl7pPr lvl="6">
              <a:spcBef>
                <a:spcPts val="0"/>
              </a:spcBef>
              <a:buClr>
                <a:srgbClr val="FFFFFF"/>
              </a:buClr>
              <a:defRPr>
                <a:solidFill>
                  <a:srgbClr val="FFFFFF"/>
                </a:solidFill>
              </a:defRPr>
            </a:lvl7pPr>
            <a:lvl8pPr lvl="7">
              <a:spcBef>
                <a:spcPts val="0"/>
              </a:spcBef>
              <a:buClr>
                <a:srgbClr val="FFFFFF"/>
              </a:buClr>
              <a:defRPr>
                <a:solidFill>
                  <a:srgbClr val="FFFFFF"/>
                </a:solidFill>
              </a:defRPr>
            </a:lvl8pPr>
            <a:lvl9pPr lvl="8">
              <a:spcBef>
                <a:spcPts val="0"/>
              </a:spcBef>
              <a:buClr>
                <a:srgbClr val="FFFFFF"/>
              </a:buClr>
              <a:defRPr>
                <a:solidFill>
                  <a:srgbClr val="FFFFFF"/>
                </a:solidFill>
              </a:defRPr>
            </a:lvl9pPr>
          </a:lstStyle>
          <a:p>
            <a:endParaRPr/>
          </a:p>
        </p:txBody>
      </p:sp>
      <p:pic>
        <p:nvPicPr>
          <p:cNvPr id="72" name="Shape 72" descr="Packt-Logo-white.png"/>
          <p:cNvPicPr preferRelativeResize="0"/>
          <p:nvPr/>
        </p:nvPicPr>
        <p:blipFill>
          <a:blip r:embed="rId2">
            <a:alphaModFix/>
          </a:blip>
          <a:stretch>
            <a:fillRect/>
          </a:stretch>
        </p:blipFill>
        <p:spPr>
          <a:xfrm>
            <a:off x="112750" y="1763405"/>
            <a:ext cx="3382881" cy="161666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73"/>
        <p:cNvGrpSpPr/>
        <p:nvPr/>
      </p:nvGrpSpPr>
      <p:grpSpPr>
        <a:xfrm>
          <a:off x="0" y="0"/>
          <a:ext cx="0" cy="0"/>
          <a:chOff x="0" y="0"/>
          <a:chExt cx="0" cy="0"/>
        </a:xfrm>
      </p:grpSpPr>
      <p:pic>
        <p:nvPicPr>
          <p:cNvPr id="74" name="Shape 7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Classic)">
    <p:bg>
      <p:bgPr>
        <a:solidFill>
          <a:srgbClr val="333333"/>
        </a:solidFill>
        <a:effectLst/>
      </p:bgPr>
    </p:bg>
    <p:spTree>
      <p:nvGrpSpPr>
        <p:cNvPr id="1" name="Shape 75"/>
        <p:cNvGrpSpPr/>
        <p:nvPr/>
      </p:nvGrpSpPr>
      <p:grpSpPr>
        <a:xfrm>
          <a:off x="0" y="0"/>
          <a:ext cx="0" cy="0"/>
          <a:chOff x="0" y="0"/>
          <a:chExt cx="0" cy="0"/>
        </a:xfrm>
      </p:grpSpPr>
      <p:pic>
        <p:nvPicPr>
          <p:cNvPr id="76" name="Shape 7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77"/>
        <p:cNvGrpSpPr/>
        <p:nvPr/>
      </p:nvGrpSpPr>
      <p:grpSpPr>
        <a:xfrm>
          <a:off x="0" y="0"/>
          <a:ext cx="0" cy="0"/>
          <a:chOff x="0" y="0"/>
          <a:chExt cx="0" cy="0"/>
        </a:xfrm>
      </p:grpSpPr>
      <p:pic>
        <p:nvPicPr>
          <p:cNvPr id="78" name="Shape 7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79"/>
        <p:cNvGrpSpPr/>
        <p:nvPr/>
      </p:nvGrpSpPr>
      <p:grpSpPr>
        <a:xfrm>
          <a:off x="0" y="0"/>
          <a:ext cx="0" cy="0"/>
          <a:chOff x="0" y="0"/>
          <a:chExt cx="0" cy="0"/>
        </a:xfrm>
      </p:grpSpPr>
      <p:pic>
        <p:nvPicPr>
          <p:cNvPr id="80" name="Shape 80"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81"/>
        <p:cNvGrpSpPr/>
        <p:nvPr/>
      </p:nvGrpSpPr>
      <p:grpSpPr>
        <a:xfrm>
          <a:off x="0" y="0"/>
          <a:ext cx="0" cy="0"/>
          <a:chOff x="0" y="0"/>
          <a:chExt cx="0" cy="0"/>
        </a:xfrm>
      </p:grpSpPr>
      <p:pic>
        <p:nvPicPr>
          <p:cNvPr id="82" name="Shape 8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83"/>
        <p:cNvGrpSpPr/>
        <p:nvPr/>
      </p:nvGrpSpPr>
      <p:grpSpPr>
        <a:xfrm>
          <a:off x="0" y="0"/>
          <a:ext cx="0" cy="0"/>
          <a:chOff x="0" y="0"/>
          <a:chExt cx="0" cy="0"/>
        </a:xfrm>
      </p:grpSpPr>
      <p:pic>
        <p:nvPicPr>
          <p:cNvPr id="84" name="Shape 8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85"/>
        <p:cNvGrpSpPr/>
        <p:nvPr/>
      </p:nvGrpSpPr>
      <p:grpSpPr>
        <a:xfrm>
          <a:off x="0" y="0"/>
          <a:ext cx="0" cy="0"/>
          <a:chOff x="0" y="0"/>
          <a:chExt cx="0" cy="0"/>
        </a:xfrm>
      </p:grpSpPr>
      <p:pic>
        <p:nvPicPr>
          <p:cNvPr id="86" name="Shape 8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Course Title and Author Name">
    <p:bg>
      <p:bgPr>
        <a:solidFill>
          <a:srgbClr val="F37021"/>
        </a:solidFill>
        <a:effectLst/>
      </p:bgPr>
    </p:bg>
    <p:spTree>
      <p:nvGrpSpPr>
        <p:cNvPr id="1" name="Shape 91"/>
        <p:cNvGrpSpPr/>
        <p:nvPr/>
      </p:nvGrpSpPr>
      <p:grpSpPr>
        <a:xfrm>
          <a:off x="0" y="0"/>
          <a:ext cx="0" cy="0"/>
          <a:chOff x="0" y="0"/>
          <a:chExt cx="0" cy="0"/>
        </a:xfrm>
      </p:grpSpPr>
      <p:sp>
        <p:nvSpPr>
          <p:cNvPr id="92" name="Shape 92"/>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3" name="Shape 93"/>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ection and Subsection Title">
    <p:bg>
      <p:bgPr>
        <a:solidFill>
          <a:srgbClr val="F37021"/>
        </a:solidFill>
        <a:effectLst/>
      </p:bgPr>
    </p:bg>
    <p:spTree>
      <p:nvGrpSpPr>
        <p:cNvPr id="1" name="Shape 94"/>
        <p:cNvGrpSpPr/>
        <p:nvPr/>
      </p:nvGrpSpPr>
      <p:grpSpPr>
        <a:xfrm>
          <a:off x="0" y="0"/>
          <a:ext cx="0" cy="0"/>
          <a:chOff x="0" y="0"/>
          <a:chExt cx="0" cy="0"/>
        </a:xfrm>
      </p:grpSpPr>
      <p:sp>
        <p:nvSpPr>
          <p:cNvPr id="95" name="Shape 95"/>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6" name="Shape 96"/>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10"/>
        <p:cNvGrpSpPr/>
        <p:nvPr/>
      </p:nvGrpSpPr>
      <p:grpSpPr>
        <a:xfrm>
          <a:off x="0" y="0"/>
          <a:ext cx="0" cy="0"/>
          <a:chOff x="0" y="0"/>
          <a:chExt cx="0" cy="0"/>
        </a:xfrm>
      </p:grpSpPr>
      <p:sp>
        <p:nvSpPr>
          <p:cNvPr id="111" name="Shape 111"/>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12" name="Shape 11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13" name="Shape 113"/>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aption">
    <p:spTree>
      <p:nvGrpSpPr>
        <p:cNvPr id="1" name="Shape 133"/>
        <p:cNvGrpSpPr/>
        <p:nvPr/>
      </p:nvGrpSpPr>
      <p:grpSpPr>
        <a:xfrm>
          <a:off x="0" y="0"/>
          <a:ext cx="0" cy="0"/>
          <a:chOff x="0" y="0"/>
          <a:chExt cx="0" cy="0"/>
        </a:xfrm>
      </p:grpSpPr>
      <p:sp>
        <p:nvSpPr>
          <p:cNvPr id="134" name="Shape 134"/>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36" name="Shape 136"/>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40"/>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 (Classic)">
    <p:bg>
      <p:bgPr>
        <a:solidFill>
          <a:srgbClr val="F37021"/>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147"/>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148"/>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149"/>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1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theme" Target="../theme/theme2.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89" name="Shape 89"/>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90" name="Shape 90"/>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4" r:id="rId3"/>
    <p:sldLayoutId id="2147483679" r:id="rId4"/>
    <p:sldLayoutId id="2147483681" r:id="rId5"/>
    <p:sldLayoutId id="2147483683" r:id="rId6"/>
    <p:sldLayoutId id="2147483684" r:id="rId7"/>
    <p:sldLayoutId id="2147483685" r:id="rId8"/>
    <p:sldLayoutId id="2147483686" r:id="rId9"/>
    <p:sldLayoutId id="2147483687" r:id="rId10"/>
    <p:sldLayoutId id="2147483688" r:id="rId11"/>
    <p:sldLayoutId id="214748368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166"/>
        <p:cNvGrpSpPr/>
        <p:nvPr/>
      </p:nvGrpSpPr>
      <p:grpSpPr>
        <a:xfrm>
          <a:off x="0" y="0"/>
          <a:ext cx="0" cy="0"/>
          <a:chOff x="0" y="0"/>
          <a:chExt cx="0" cy="0"/>
        </a:xfrm>
      </p:grpSpPr>
      <p:sp>
        <p:nvSpPr>
          <p:cNvPr id="167" name="Shape 167"/>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a:r>
              <a:rPr lang="en-US" dirty="0"/>
              <a:t>A brief tour of popular Haskell packages</a:t>
            </a:r>
            <a:endParaRPr lang="en" dirty="0"/>
          </a:p>
        </p:txBody>
      </p:sp>
      <p:sp>
        <p:nvSpPr>
          <p:cNvPr id="168" name="Shape 168"/>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a:t>Packages and the Haskell ecosystem</a:t>
            </a:r>
            <a:endParaRPr lang="e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In this video, we’re going to take a look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marR="0" lvl="0" indent="-355600" defTabSz="914400" eaLnBrk="1" fontAlgn="auto" latinLnBrk="0" hangingPunct="1">
              <a:lnSpc>
                <a:spcPct val="100000"/>
              </a:lnSpc>
              <a:spcBef>
                <a:spcPts val="0"/>
              </a:spcBef>
              <a:spcAft>
                <a:spcPts val="0"/>
              </a:spcAft>
              <a:buClr>
                <a:srgbClr val="434343"/>
              </a:buClr>
              <a:buSzTx/>
              <a:buFontTx/>
              <a:buNone/>
              <a:tabLst/>
              <a:defRPr/>
            </a:pPr>
            <a:endParaRPr lang="en-US" sz="2000" dirty="0">
              <a:solidFill>
                <a:srgbClr val="434343"/>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1893636477"/>
              </p:ext>
            </p:extLst>
          </p:nvPr>
        </p:nvGraphicFramePr>
        <p:xfrm>
          <a:off x="1524000" y="1830070"/>
          <a:ext cx="6096000" cy="1483360"/>
        </p:xfrm>
        <a:graphic>
          <a:graphicData uri="http://schemas.openxmlformats.org/drawingml/2006/table">
            <a:tbl>
              <a:tblPr firstRow="1" bandRow="1">
                <a:tableStyleId>{62220494-F72E-42EC-8C15-EB342598EB4E}</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r>
                        <a:rPr lang="en-US" dirty="0"/>
                        <a:t>Containers</a:t>
                      </a:r>
                    </a:p>
                  </a:txBody>
                  <a:tcPr anchor="ctr"/>
                </a:tc>
                <a:tc>
                  <a:txBody>
                    <a:bodyPr/>
                    <a:lstStyle/>
                    <a:p>
                      <a:r>
                        <a:rPr lang="en-US" dirty="0"/>
                        <a:t>HTTP</a:t>
                      </a:r>
                    </a:p>
                  </a:txBody>
                  <a:tcPr anchor="ctr"/>
                </a:tc>
                <a:extLst>
                  <a:ext uri="{0D108BD9-81ED-4DB2-BD59-A6C34878D82A}">
                    <a16:rowId xmlns:a16="http://schemas.microsoft.com/office/drawing/2014/main" val="10000"/>
                  </a:ext>
                </a:extLst>
              </a:tr>
              <a:tr h="370840">
                <a:tc>
                  <a:txBody>
                    <a:bodyPr/>
                    <a:lstStyle/>
                    <a:p>
                      <a:r>
                        <a:rPr lang="en-US" dirty="0"/>
                        <a:t>Strings</a:t>
                      </a:r>
                    </a:p>
                  </a:txBody>
                  <a:tcPr anchor="ctr"/>
                </a:tc>
                <a:tc>
                  <a:txBody>
                    <a:bodyPr/>
                    <a:lstStyle/>
                    <a:p>
                      <a:r>
                        <a:rPr lang="en-US" dirty="0"/>
                        <a:t>Data access</a:t>
                      </a:r>
                    </a:p>
                  </a:txBody>
                  <a:tcPr anchor="ctr"/>
                </a:tc>
                <a:extLst>
                  <a:ext uri="{0D108BD9-81ED-4DB2-BD59-A6C34878D82A}">
                    <a16:rowId xmlns:a16="http://schemas.microsoft.com/office/drawing/2014/main" val="10001"/>
                  </a:ext>
                </a:extLst>
              </a:tr>
              <a:tr h="370840">
                <a:tc>
                  <a:txBody>
                    <a:bodyPr/>
                    <a:lstStyle/>
                    <a:p>
                      <a:r>
                        <a:rPr lang="en-US" dirty="0"/>
                        <a:t>Parsing</a:t>
                      </a:r>
                    </a:p>
                  </a:txBody>
                  <a:tcPr anchor="ctr"/>
                </a:tc>
                <a:tc>
                  <a:txBody>
                    <a:bodyPr/>
                    <a:lstStyle/>
                    <a:p>
                      <a:r>
                        <a:rPr lang="en-US" dirty="0"/>
                        <a:t>Date/time handling</a:t>
                      </a:r>
                    </a:p>
                  </a:txBody>
                  <a:tcPr anchor="ctr"/>
                </a:tc>
                <a:extLst>
                  <a:ext uri="{0D108BD9-81ED-4DB2-BD59-A6C34878D82A}">
                    <a16:rowId xmlns:a16="http://schemas.microsoft.com/office/drawing/2014/main" val="10002"/>
                  </a:ext>
                </a:extLst>
              </a:tr>
              <a:tr h="370840">
                <a:tc>
                  <a:txBody>
                    <a:bodyPr/>
                    <a:lstStyle/>
                    <a:p>
                      <a:r>
                        <a:rPr lang="en-US" dirty="0"/>
                        <a:t>File system and I/O</a:t>
                      </a:r>
                    </a:p>
                  </a:txBody>
                  <a:tcPr anchor="ctr"/>
                </a:tc>
                <a:tc>
                  <a:txBody>
                    <a:bodyPr/>
                    <a:lstStyle/>
                    <a:p>
                      <a:r>
                        <a:rPr lang="en-US" dirty="0"/>
                        <a:t>Miscellaneous</a:t>
                      </a: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59172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Containers</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b="1" i="1" dirty="0">
                <a:solidFill>
                  <a:srgbClr val="434343"/>
                </a:solidFill>
              </a:rPr>
              <a:t>containers</a:t>
            </a:r>
            <a:r>
              <a:rPr lang="en-US" sz="2000" dirty="0">
                <a:solidFill>
                  <a:srgbClr val="434343"/>
                </a:solidFill>
              </a:rPr>
              <a:t>: sets, sequences, trees</a:t>
            </a:r>
            <a:endParaRPr lang="en-US" sz="1600" dirty="0">
              <a:solidFill>
                <a:srgbClr val="434343"/>
              </a:solidFill>
            </a:endParaRPr>
          </a:p>
          <a:p>
            <a:pPr marL="457200" lvl="0" indent="-355600" rtl="0">
              <a:spcBef>
                <a:spcPts val="0"/>
              </a:spcBef>
              <a:buClr>
                <a:srgbClr val="434343"/>
              </a:buClr>
              <a:buSzPct val="100000"/>
              <a:buChar char="●"/>
            </a:pPr>
            <a:r>
              <a:rPr lang="en-US" sz="2000" b="1" i="1" dirty="0">
                <a:solidFill>
                  <a:srgbClr val="434343"/>
                </a:solidFill>
              </a:rPr>
              <a:t>unordered-containers</a:t>
            </a:r>
            <a:r>
              <a:rPr lang="en-US" sz="2000" dirty="0">
                <a:solidFill>
                  <a:srgbClr val="434343"/>
                </a:solidFill>
              </a:rPr>
              <a:t>: hash maps, hash sets</a:t>
            </a:r>
          </a:p>
          <a:p>
            <a:pPr marL="457200" lvl="0" indent="-355600" rtl="0">
              <a:spcBef>
                <a:spcPts val="0"/>
              </a:spcBef>
              <a:buClr>
                <a:srgbClr val="434343"/>
              </a:buClr>
              <a:buSzPct val="100000"/>
              <a:buChar char="●"/>
            </a:pPr>
            <a:r>
              <a:rPr lang="en-US" sz="2000" b="1" i="1" dirty="0">
                <a:solidFill>
                  <a:srgbClr val="434343"/>
                </a:solidFill>
              </a:rPr>
              <a:t>vector</a:t>
            </a:r>
            <a:r>
              <a:rPr lang="en-US" sz="2000" dirty="0">
                <a:solidFill>
                  <a:srgbClr val="434343"/>
                </a:solidFill>
              </a:rPr>
              <a:t>: boxed, unboxed and </a:t>
            </a:r>
            <a:r>
              <a:rPr lang="en-US" sz="2000" b="1" i="1" dirty="0">
                <a:solidFill>
                  <a:srgbClr val="434343"/>
                </a:solidFill>
              </a:rPr>
              <a:t>Storable</a:t>
            </a:r>
            <a:r>
              <a:rPr lang="en-US" sz="2000" dirty="0">
                <a:solidFill>
                  <a:srgbClr val="434343"/>
                </a:solidFill>
              </a:rPr>
              <a:t> vectors, both mutable and immutable</a:t>
            </a:r>
          </a:p>
        </p:txBody>
      </p:sp>
    </p:spTree>
    <p:extLst>
      <p:ext uri="{BB962C8B-B14F-4D97-AF65-F5344CB8AC3E}">
        <p14:creationId xmlns:p14="http://schemas.microsoft.com/office/powerpoint/2010/main" val="1478638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Strings</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b="1" i="1" dirty="0" err="1">
                <a:solidFill>
                  <a:srgbClr val="434343"/>
                </a:solidFill>
              </a:rPr>
              <a:t>bytestring</a:t>
            </a:r>
            <a:r>
              <a:rPr lang="en-US" sz="2000" dirty="0">
                <a:solidFill>
                  <a:srgbClr val="434343"/>
                </a:solidFill>
              </a:rPr>
              <a:t>: manipulate sequences of bytes</a:t>
            </a:r>
          </a:p>
          <a:p>
            <a:pPr marL="457200" lvl="0" indent="-355600" rtl="0">
              <a:spcBef>
                <a:spcPts val="0"/>
              </a:spcBef>
              <a:buClr>
                <a:srgbClr val="434343"/>
              </a:buClr>
              <a:buSzPct val="100000"/>
              <a:buChar char="●"/>
            </a:pPr>
            <a:r>
              <a:rPr lang="en-US" sz="2000" b="1" i="1" dirty="0">
                <a:solidFill>
                  <a:srgbClr val="434343"/>
                </a:solidFill>
              </a:rPr>
              <a:t>text</a:t>
            </a:r>
            <a:r>
              <a:rPr lang="en-US" sz="2000" dirty="0">
                <a:solidFill>
                  <a:srgbClr val="434343"/>
                </a:solidFill>
              </a:rPr>
              <a:t>: Unicode-aware efficient text type</a:t>
            </a:r>
          </a:p>
          <a:p>
            <a:pPr marL="457200" lvl="0" indent="-355600" rtl="0">
              <a:spcBef>
                <a:spcPts val="0"/>
              </a:spcBef>
              <a:buClr>
                <a:srgbClr val="434343"/>
              </a:buClr>
              <a:buSzPct val="100000"/>
              <a:buChar char="●"/>
            </a:pPr>
            <a:r>
              <a:rPr lang="en-US" sz="2000" b="1" i="1" dirty="0">
                <a:solidFill>
                  <a:srgbClr val="434343"/>
                </a:solidFill>
              </a:rPr>
              <a:t>split</a:t>
            </a:r>
            <a:r>
              <a:rPr lang="en-US" sz="2000" dirty="0">
                <a:solidFill>
                  <a:srgbClr val="434343"/>
                </a:solidFill>
              </a:rPr>
              <a:t>, </a:t>
            </a:r>
            <a:r>
              <a:rPr lang="en-US" sz="2000" b="1" i="1" dirty="0">
                <a:solidFill>
                  <a:srgbClr val="434343"/>
                </a:solidFill>
              </a:rPr>
              <a:t>string-conv</a:t>
            </a:r>
            <a:r>
              <a:rPr lang="en-US" sz="2000" dirty="0">
                <a:solidFill>
                  <a:srgbClr val="434343"/>
                </a:solidFill>
              </a:rPr>
              <a:t>, </a:t>
            </a:r>
            <a:r>
              <a:rPr lang="en-US" sz="2000" b="1" i="1" dirty="0">
                <a:solidFill>
                  <a:srgbClr val="434343"/>
                </a:solidFill>
              </a:rPr>
              <a:t>strings</a:t>
            </a:r>
            <a:r>
              <a:rPr lang="en-US" sz="2000" dirty="0">
                <a:solidFill>
                  <a:srgbClr val="434343"/>
                </a:solidFill>
              </a:rPr>
              <a:t>: string-related utility functions</a:t>
            </a:r>
          </a:p>
        </p:txBody>
      </p:sp>
    </p:spTree>
    <p:extLst>
      <p:ext uri="{BB962C8B-B14F-4D97-AF65-F5344CB8AC3E}">
        <p14:creationId xmlns:p14="http://schemas.microsoft.com/office/powerpoint/2010/main" val="2090294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Parsing</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b="1" i="1" dirty="0" err="1">
                <a:solidFill>
                  <a:srgbClr val="434343"/>
                </a:solidFill>
              </a:rPr>
              <a:t>aeson</a:t>
            </a:r>
            <a:r>
              <a:rPr lang="en-US" sz="2000" dirty="0">
                <a:solidFill>
                  <a:srgbClr val="434343"/>
                </a:solidFill>
              </a:rPr>
              <a:t>: JSON serialization</a:t>
            </a:r>
          </a:p>
          <a:p>
            <a:pPr marL="457200" lvl="0" indent="-355600" rtl="0">
              <a:spcBef>
                <a:spcPts val="0"/>
              </a:spcBef>
              <a:buClr>
                <a:srgbClr val="434343"/>
              </a:buClr>
              <a:buSzPct val="100000"/>
              <a:buChar char="●"/>
            </a:pPr>
            <a:r>
              <a:rPr lang="en-US" sz="2000" b="1" i="1" dirty="0">
                <a:solidFill>
                  <a:srgbClr val="434343"/>
                </a:solidFill>
              </a:rPr>
              <a:t>cassava</a:t>
            </a:r>
            <a:r>
              <a:rPr lang="en-US" sz="2000" dirty="0">
                <a:solidFill>
                  <a:srgbClr val="434343"/>
                </a:solidFill>
              </a:rPr>
              <a:t>: CSV serialization</a:t>
            </a:r>
          </a:p>
          <a:p>
            <a:pPr marL="457200" lvl="0" indent="-355600" rtl="0">
              <a:spcBef>
                <a:spcPts val="0"/>
              </a:spcBef>
              <a:buClr>
                <a:srgbClr val="434343"/>
              </a:buClr>
              <a:buSzPct val="100000"/>
              <a:buChar char="●"/>
            </a:pPr>
            <a:r>
              <a:rPr lang="en-US" sz="2000" b="1" i="1" dirty="0" err="1">
                <a:solidFill>
                  <a:srgbClr val="434343"/>
                </a:solidFill>
              </a:rPr>
              <a:t>yaml</a:t>
            </a:r>
            <a:r>
              <a:rPr lang="en-US" sz="2000" dirty="0">
                <a:solidFill>
                  <a:srgbClr val="434343"/>
                </a:solidFill>
              </a:rPr>
              <a:t>: YAML serialization</a:t>
            </a:r>
          </a:p>
          <a:p>
            <a:pPr marL="457200" lvl="0" indent="-355600" rtl="0">
              <a:spcBef>
                <a:spcPts val="0"/>
              </a:spcBef>
              <a:buClr>
                <a:srgbClr val="434343"/>
              </a:buClr>
              <a:buSzPct val="100000"/>
              <a:buChar char="●"/>
            </a:pPr>
            <a:r>
              <a:rPr lang="en-US" sz="2000" b="1" i="1" dirty="0" err="1">
                <a:solidFill>
                  <a:srgbClr val="434343"/>
                </a:solidFill>
              </a:rPr>
              <a:t>tagsoup</a:t>
            </a:r>
            <a:r>
              <a:rPr lang="en-US" sz="2000" dirty="0">
                <a:solidFill>
                  <a:srgbClr val="434343"/>
                </a:solidFill>
              </a:rPr>
              <a:t>, </a:t>
            </a:r>
            <a:r>
              <a:rPr lang="en-US" sz="2000" b="1" i="1" dirty="0" err="1">
                <a:solidFill>
                  <a:srgbClr val="434343"/>
                </a:solidFill>
              </a:rPr>
              <a:t>taggy</a:t>
            </a:r>
            <a:r>
              <a:rPr lang="en-US" sz="2000" dirty="0">
                <a:solidFill>
                  <a:srgbClr val="434343"/>
                </a:solidFill>
              </a:rPr>
              <a:t>: HTML scraping</a:t>
            </a:r>
          </a:p>
          <a:p>
            <a:pPr marL="457200" lvl="0" indent="-355600" rtl="0">
              <a:spcBef>
                <a:spcPts val="0"/>
              </a:spcBef>
              <a:buClr>
                <a:srgbClr val="434343"/>
              </a:buClr>
              <a:buSzPct val="100000"/>
              <a:buChar char="●"/>
            </a:pPr>
            <a:r>
              <a:rPr lang="en-US" sz="2000" b="1" i="1" dirty="0">
                <a:solidFill>
                  <a:srgbClr val="434343"/>
                </a:solidFill>
              </a:rPr>
              <a:t>regex-applicative</a:t>
            </a:r>
            <a:r>
              <a:rPr lang="en-US" sz="2000" dirty="0">
                <a:solidFill>
                  <a:srgbClr val="434343"/>
                </a:solidFill>
              </a:rPr>
              <a:t>: regular expressions</a:t>
            </a:r>
          </a:p>
        </p:txBody>
      </p:sp>
    </p:spTree>
    <p:extLst>
      <p:ext uri="{BB962C8B-B14F-4D97-AF65-F5344CB8AC3E}">
        <p14:creationId xmlns:p14="http://schemas.microsoft.com/office/powerpoint/2010/main" val="6490043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File system and I/O</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b="1" i="1" dirty="0">
                <a:solidFill>
                  <a:srgbClr val="434343"/>
                </a:solidFill>
              </a:rPr>
              <a:t>Glob</a:t>
            </a:r>
            <a:r>
              <a:rPr lang="en-US" sz="2000" dirty="0">
                <a:solidFill>
                  <a:srgbClr val="434343"/>
                </a:solidFill>
              </a:rPr>
              <a:t>: file name matching</a:t>
            </a:r>
          </a:p>
          <a:p>
            <a:pPr marL="457200" lvl="0" indent="-355600" rtl="0">
              <a:spcBef>
                <a:spcPts val="0"/>
              </a:spcBef>
              <a:buClr>
                <a:srgbClr val="434343"/>
              </a:buClr>
              <a:buSzPct val="100000"/>
              <a:buChar char="●"/>
            </a:pPr>
            <a:r>
              <a:rPr lang="en-US" sz="2000" b="1" i="1" dirty="0">
                <a:solidFill>
                  <a:srgbClr val="434343"/>
                </a:solidFill>
              </a:rPr>
              <a:t>directory</a:t>
            </a:r>
            <a:r>
              <a:rPr lang="en-US" sz="2000" dirty="0">
                <a:solidFill>
                  <a:srgbClr val="434343"/>
                </a:solidFill>
              </a:rPr>
              <a:t>: directory and file-system functions, traversal functions</a:t>
            </a:r>
          </a:p>
          <a:p>
            <a:pPr marL="457200" lvl="0" indent="-355600" rtl="0">
              <a:spcBef>
                <a:spcPts val="0"/>
              </a:spcBef>
              <a:buClr>
                <a:srgbClr val="434343"/>
              </a:buClr>
              <a:buSzPct val="100000"/>
              <a:buChar char="●"/>
            </a:pPr>
            <a:r>
              <a:rPr lang="en-US" sz="2000" b="1" i="1" dirty="0" err="1">
                <a:solidFill>
                  <a:srgbClr val="434343"/>
                </a:solidFill>
              </a:rPr>
              <a:t>filepath</a:t>
            </a:r>
            <a:r>
              <a:rPr lang="en-US" sz="2000" dirty="0">
                <a:solidFill>
                  <a:srgbClr val="434343"/>
                </a:solidFill>
              </a:rPr>
              <a:t>: File name handling</a:t>
            </a:r>
          </a:p>
          <a:p>
            <a:pPr marL="457200" lvl="0" indent="-355600" rtl="0">
              <a:spcBef>
                <a:spcPts val="0"/>
              </a:spcBef>
              <a:buClr>
                <a:srgbClr val="434343"/>
              </a:buClr>
              <a:buSzPct val="100000"/>
              <a:buChar char="●"/>
            </a:pPr>
            <a:r>
              <a:rPr lang="en-US" sz="2000" b="1" i="1" dirty="0" err="1">
                <a:solidFill>
                  <a:srgbClr val="434343"/>
                </a:solidFill>
              </a:rPr>
              <a:t>optparse</a:t>
            </a:r>
            <a:r>
              <a:rPr lang="en-US" sz="2000" b="1" i="1" dirty="0">
                <a:solidFill>
                  <a:srgbClr val="434343"/>
                </a:solidFill>
              </a:rPr>
              <a:t>-applicative</a:t>
            </a:r>
            <a:r>
              <a:rPr lang="en-US" sz="2000" dirty="0">
                <a:solidFill>
                  <a:srgbClr val="434343"/>
                </a:solidFill>
              </a:rPr>
              <a:t>: command-line parsing</a:t>
            </a:r>
          </a:p>
          <a:p>
            <a:pPr marL="457200" lvl="0" indent="-355600" rtl="0">
              <a:spcBef>
                <a:spcPts val="0"/>
              </a:spcBef>
              <a:buClr>
                <a:srgbClr val="434343"/>
              </a:buClr>
              <a:buSzPct val="100000"/>
              <a:buChar char="●"/>
            </a:pPr>
            <a:endParaRPr lang="en-US" sz="2000" dirty="0">
              <a:solidFill>
                <a:srgbClr val="434343"/>
              </a:solidFill>
            </a:endParaRPr>
          </a:p>
        </p:txBody>
      </p:sp>
    </p:spTree>
    <p:extLst>
      <p:ext uri="{BB962C8B-B14F-4D97-AF65-F5344CB8AC3E}">
        <p14:creationId xmlns:p14="http://schemas.microsoft.com/office/powerpoint/2010/main" val="799170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HTTP</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b="1" i="1" dirty="0" err="1">
                <a:solidFill>
                  <a:srgbClr val="434343"/>
                </a:solidFill>
              </a:rPr>
              <a:t>wreq</a:t>
            </a:r>
            <a:r>
              <a:rPr lang="en-US" sz="2000" dirty="0">
                <a:solidFill>
                  <a:srgbClr val="434343"/>
                </a:solidFill>
              </a:rPr>
              <a:t>: HTTP requests</a:t>
            </a:r>
          </a:p>
          <a:p>
            <a:pPr marL="457200" lvl="0" indent="-355600" rtl="0">
              <a:spcBef>
                <a:spcPts val="0"/>
              </a:spcBef>
              <a:buClr>
                <a:srgbClr val="434343"/>
              </a:buClr>
              <a:buSzPct val="100000"/>
              <a:buChar char="●"/>
            </a:pPr>
            <a:r>
              <a:rPr lang="en-US" sz="2000" b="1" i="1" dirty="0">
                <a:solidFill>
                  <a:srgbClr val="434343"/>
                </a:solidFill>
              </a:rPr>
              <a:t>warp</a:t>
            </a:r>
            <a:r>
              <a:rPr lang="en-US" sz="2000" dirty="0">
                <a:solidFill>
                  <a:srgbClr val="434343"/>
                </a:solidFill>
              </a:rPr>
              <a:t>, </a:t>
            </a:r>
            <a:r>
              <a:rPr lang="en-US" sz="2000" b="1" i="1" dirty="0">
                <a:solidFill>
                  <a:srgbClr val="434343"/>
                </a:solidFill>
              </a:rPr>
              <a:t>servant</a:t>
            </a:r>
            <a:r>
              <a:rPr lang="en-US" sz="2000" dirty="0">
                <a:solidFill>
                  <a:srgbClr val="434343"/>
                </a:solidFill>
              </a:rPr>
              <a:t>: HTTP server</a:t>
            </a:r>
          </a:p>
          <a:p>
            <a:pPr marL="457200" lvl="0" indent="-355600" rtl="0">
              <a:spcBef>
                <a:spcPts val="0"/>
              </a:spcBef>
              <a:buClr>
                <a:srgbClr val="434343"/>
              </a:buClr>
              <a:buSzPct val="100000"/>
              <a:buChar char="●"/>
            </a:pPr>
            <a:r>
              <a:rPr lang="en-US" sz="2000" b="1" i="1" dirty="0" err="1">
                <a:solidFill>
                  <a:srgbClr val="434343"/>
                </a:solidFill>
              </a:rPr>
              <a:t>yesod</a:t>
            </a:r>
            <a:r>
              <a:rPr lang="en-US" sz="2000" dirty="0">
                <a:solidFill>
                  <a:srgbClr val="434343"/>
                </a:solidFill>
              </a:rPr>
              <a:t>: full-featured web application framework</a:t>
            </a:r>
          </a:p>
          <a:p>
            <a:pPr marL="457200" lvl="0" indent="-355600" rtl="0">
              <a:spcBef>
                <a:spcPts val="0"/>
              </a:spcBef>
              <a:buClr>
                <a:srgbClr val="434343"/>
              </a:buClr>
              <a:buSzPct val="100000"/>
              <a:buChar char="●"/>
            </a:pPr>
            <a:endParaRPr lang="en-US" sz="2000" dirty="0">
              <a:solidFill>
                <a:srgbClr val="434343"/>
              </a:solidFill>
            </a:endParaRPr>
          </a:p>
        </p:txBody>
      </p:sp>
    </p:spTree>
    <p:extLst>
      <p:ext uri="{BB962C8B-B14F-4D97-AF65-F5344CB8AC3E}">
        <p14:creationId xmlns:p14="http://schemas.microsoft.com/office/powerpoint/2010/main" val="394364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Data access</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b="1" i="1" dirty="0">
                <a:solidFill>
                  <a:srgbClr val="434343"/>
                </a:solidFill>
              </a:rPr>
              <a:t>HDBC</a:t>
            </a:r>
            <a:r>
              <a:rPr lang="en-US" sz="2000" dirty="0">
                <a:solidFill>
                  <a:srgbClr val="434343"/>
                </a:solidFill>
              </a:rPr>
              <a:t>: relational database abstraction layer</a:t>
            </a:r>
          </a:p>
          <a:p>
            <a:pPr marL="457200" lvl="0" indent="-355600" rtl="0">
              <a:spcBef>
                <a:spcPts val="0"/>
              </a:spcBef>
              <a:buClr>
                <a:srgbClr val="434343"/>
              </a:buClr>
              <a:buSzPct val="100000"/>
              <a:buChar char="●"/>
            </a:pPr>
            <a:r>
              <a:rPr lang="en-US" sz="2000" b="1" i="1" dirty="0">
                <a:solidFill>
                  <a:srgbClr val="434343"/>
                </a:solidFill>
              </a:rPr>
              <a:t>HDBC-</a:t>
            </a:r>
            <a:r>
              <a:rPr lang="en-US" sz="2000" b="1" i="1" dirty="0" err="1">
                <a:solidFill>
                  <a:srgbClr val="434343"/>
                </a:solidFill>
              </a:rPr>
              <a:t>postgresql</a:t>
            </a:r>
            <a:r>
              <a:rPr lang="en-US" sz="2000" dirty="0">
                <a:solidFill>
                  <a:srgbClr val="434343"/>
                </a:solidFill>
              </a:rPr>
              <a:t>: PostgreSQL driver for HDBC</a:t>
            </a:r>
          </a:p>
        </p:txBody>
      </p:sp>
    </p:spTree>
    <p:extLst>
      <p:ext uri="{BB962C8B-B14F-4D97-AF65-F5344CB8AC3E}">
        <p14:creationId xmlns:p14="http://schemas.microsoft.com/office/powerpoint/2010/main" val="74479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Date/time handling</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a:buClr>
                <a:srgbClr val="434343"/>
              </a:buClr>
              <a:buChar char="●"/>
            </a:pPr>
            <a:r>
              <a:rPr lang="en-US" sz="2000" b="1" i="1" dirty="0">
                <a:solidFill>
                  <a:srgbClr val="434343"/>
                </a:solidFill>
              </a:rPr>
              <a:t>iso8601-time</a:t>
            </a:r>
            <a:r>
              <a:rPr lang="en-US" sz="2000" dirty="0">
                <a:solidFill>
                  <a:srgbClr val="434343"/>
                </a:solidFill>
              </a:rPr>
              <a:t>: formatting and parsing is ISO 8601 format</a:t>
            </a:r>
          </a:p>
          <a:p>
            <a:pPr marL="457200" lvl="0" indent="-355600">
              <a:buClr>
                <a:srgbClr val="434343"/>
              </a:buClr>
              <a:buChar char="●"/>
            </a:pPr>
            <a:r>
              <a:rPr lang="en-US" sz="2000" b="1" dirty="0">
                <a:solidFill>
                  <a:srgbClr val="434343"/>
                </a:solidFill>
              </a:rPr>
              <a:t>old-locale</a:t>
            </a:r>
            <a:r>
              <a:rPr lang="en-US" sz="2000" dirty="0">
                <a:solidFill>
                  <a:srgbClr val="434343"/>
                </a:solidFill>
              </a:rPr>
              <a:t>: handling locales</a:t>
            </a:r>
          </a:p>
          <a:p>
            <a:pPr marL="457200" lvl="0" indent="-355600">
              <a:buClr>
                <a:srgbClr val="434343"/>
              </a:buClr>
              <a:buChar char="●"/>
            </a:pPr>
            <a:r>
              <a:rPr lang="en-US" sz="2000" b="1" i="1" dirty="0">
                <a:solidFill>
                  <a:srgbClr val="434343"/>
                </a:solidFill>
              </a:rPr>
              <a:t>time</a:t>
            </a:r>
            <a:r>
              <a:rPr lang="en-US" sz="2000" dirty="0">
                <a:solidFill>
                  <a:srgbClr val="434343"/>
                </a:solidFill>
              </a:rPr>
              <a:t>: date/time conversions, formatting, calendars etc.</a:t>
            </a:r>
          </a:p>
        </p:txBody>
      </p:sp>
    </p:spTree>
    <p:extLst>
      <p:ext uri="{BB962C8B-B14F-4D97-AF65-F5344CB8AC3E}">
        <p14:creationId xmlns:p14="http://schemas.microsoft.com/office/powerpoint/2010/main" val="2107908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Miscellaneous</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a:buClr>
                <a:srgbClr val="434343"/>
              </a:buClr>
              <a:buChar char="●"/>
            </a:pPr>
            <a:r>
              <a:rPr lang="en-US" sz="2000" b="1" i="1" dirty="0" err="1">
                <a:solidFill>
                  <a:srgbClr val="434343"/>
                </a:solidFill>
              </a:rPr>
              <a:t>MissingH</a:t>
            </a:r>
            <a:r>
              <a:rPr lang="en-US" sz="2000" dirty="0">
                <a:solidFill>
                  <a:srgbClr val="434343"/>
                </a:solidFill>
              </a:rPr>
              <a:t>: tons of utility functions for strings, containers, OS</a:t>
            </a:r>
          </a:p>
          <a:p>
            <a:pPr marL="457200" lvl="0" indent="-355600">
              <a:buClr>
                <a:srgbClr val="434343"/>
              </a:buClr>
              <a:buChar char="●"/>
            </a:pPr>
            <a:r>
              <a:rPr lang="en-US" sz="2000" b="1" i="1" dirty="0">
                <a:solidFill>
                  <a:srgbClr val="434343"/>
                </a:solidFill>
              </a:rPr>
              <a:t>convertible</a:t>
            </a:r>
            <a:r>
              <a:rPr lang="en-US" sz="2000" dirty="0">
                <a:solidFill>
                  <a:srgbClr val="434343"/>
                </a:solidFill>
              </a:rPr>
              <a:t>: conversions between types</a:t>
            </a:r>
          </a:p>
          <a:p>
            <a:pPr marL="457200" lvl="0" indent="-355600">
              <a:buClr>
                <a:srgbClr val="434343"/>
              </a:buClr>
              <a:buChar char="●"/>
            </a:pPr>
            <a:r>
              <a:rPr lang="en-US" sz="2000" b="1" i="1" dirty="0">
                <a:solidFill>
                  <a:srgbClr val="434343"/>
                </a:solidFill>
              </a:rPr>
              <a:t>errors</a:t>
            </a:r>
            <a:r>
              <a:rPr lang="en-US" sz="2000" dirty="0">
                <a:solidFill>
                  <a:srgbClr val="434343"/>
                </a:solidFill>
              </a:rPr>
              <a:t>: conversions between error-handling types</a:t>
            </a:r>
          </a:p>
          <a:p>
            <a:pPr marL="457200" lvl="0" indent="-355600">
              <a:buClr>
                <a:srgbClr val="434343"/>
              </a:buClr>
              <a:buChar char="●"/>
            </a:pPr>
            <a:r>
              <a:rPr lang="en-US" sz="2000" b="1" i="1" dirty="0">
                <a:solidFill>
                  <a:srgbClr val="434343"/>
                </a:solidFill>
              </a:rPr>
              <a:t>p</a:t>
            </a:r>
            <a:r>
              <a:rPr lang="en-US" sz="2000" b="1" i="1">
                <a:solidFill>
                  <a:srgbClr val="434343"/>
                </a:solidFill>
              </a:rPr>
              <a:t>rocess</a:t>
            </a:r>
            <a:r>
              <a:rPr lang="en-US" sz="2000" dirty="0">
                <a:solidFill>
                  <a:srgbClr val="434343"/>
                </a:solidFill>
              </a:rPr>
              <a:t>: </a:t>
            </a:r>
            <a:r>
              <a:rPr lang="en-US" sz="2000" dirty="0" err="1">
                <a:solidFill>
                  <a:srgbClr val="434343"/>
                </a:solidFill>
              </a:rPr>
              <a:t>subprocess</a:t>
            </a:r>
            <a:r>
              <a:rPr lang="en-US" sz="2000" dirty="0">
                <a:solidFill>
                  <a:srgbClr val="434343"/>
                </a:solidFill>
              </a:rPr>
              <a:t> handling</a:t>
            </a:r>
          </a:p>
        </p:txBody>
      </p:sp>
    </p:spTree>
    <p:extLst>
      <p:ext uri="{BB962C8B-B14F-4D97-AF65-F5344CB8AC3E}">
        <p14:creationId xmlns:p14="http://schemas.microsoft.com/office/powerpoint/2010/main" val="640620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A highly personal selection</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a:buClr>
                <a:srgbClr val="434343"/>
              </a:buClr>
              <a:buChar char="●"/>
            </a:pPr>
            <a:r>
              <a:rPr lang="en-US" sz="2000" dirty="0">
                <a:solidFill>
                  <a:srgbClr val="434343"/>
                </a:solidFill>
              </a:rPr>
              <a:t>Intended to help newcomers know where to start</a:t>
            </a:r>
          </a:p>
        </p:txBody>
      </p:sp>
    </p:spTree>
    <p:extLst>
      <p:ext uri="{BB962C8B-B14F-4D97-AF65-F5344CB8AC3E}">
        <p14:creationId xmlns:p14="http://schemas.microsoft.com/office/powerpoint/2010/main" val="1600527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Shape 272"/>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US" dirty="0"/>
              <a:t>Thank you</a:t>
            </a:r>
            <a:endParaRPr lang="en" dirty="0"/>
          </a:p>
        </p:txBody>
      </p:sp>
      <p:sp>
        <p:nvSpPr>
          <p:cNvPr id="273" name="Shape 273"/>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a:t>Writing Haskell Programs</a:t>
            </a:r>
            <a:endParaRPr lang="en" dirty="0"/>
          </a:p>
        </p:txBody>
      </p:sp>
    </p:spTree>
  </p:cSld>
  <p:clrMapOvr>
    <a:masterClrMapping/>
  </p:clrMapOvr>
</p:sld>
</file>

<file path=ppt/theme/theme1.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433</TotalTime>
  <Words>555</Words>
  <Application>Microsoft Office PowerPoint</Application>
  <PresentationFormat>On-screen Show (16:9)</PresentationFormat>
  <Paragraphs>64</Paragraphs>
  <Slides>12</Slides>
  <Notes>12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Arial</vt:lpstr>
      <vt:lpstr>Calibri</vt:lpstr>
      <vt:lpstr>Roboto</vt:lpstr>
      <vt:lpstr>Wingdings</vt:lpstr>
      <vt:lpstr>Packt</vt:lpstr>
      <vt:lpstr>Packt</vt:lpstr>
      <vt:lpstr>A brief tour of popular Haskell packages</vt:lpstr>
      <vt:lpstr>In this video, we’re going to take a look at…</vt:lpstr>
      <vt:lpstr>Containers</vt:lpstr>
      <vt:lpstr>Strings</vt:lpstr>
      <vt:lpstr>Parsing</vt:lpstr>
      <vt:lpstr>File system and I/O</vt:lpstr>
      <vt:lpstr>HTTP</vt:lpstr>
      <vt:lpstr>Data access</vt:lpstr>
      <vt:lpstr>Date/time handling</vt:lpstr>
      <vt:lpstr>Miscellaneous</vt:lpstr>
      <vt:lpstr>A highly personal selection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Subsection Title</dc:title>
  <cp:lastModifiedBy>Richard Cook</cp:lastModifiedBy>
  <cp:revision>78</cp:revision>
  <dcterms:modified xsi:type="dcterms:W3CDTF">2017-04-29T17:26:00Z</dcterms:modified>
</cp:coreProperties>
</file>