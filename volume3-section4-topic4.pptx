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6"/>
  </p:notesMasterIdLst>
  <p:sldIdLst>
    <p:sldId id="258" r:id="rId3"/>
    <p:sldId id="270" r:id="rId4"/>
    <p:sldId id="26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7812" autoAdjust="0"/>
  </p:normalViewPr>
  <p:slideViewPr>
    <p:cSldViewPr>
      <p:cViewPr varScale="1">
        <p:scale>
          <a:sx n="82" d="100"/>
          <a:sy n="82" d="100"/>
        </p:scale>
        <p:origin x="1944"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br>
              <a:rPr lang="en-US" dirty="0" smtClean="0"/>
            </a:br>
            <a:r>
              <a:rPr lang="en-US" dirty="0" smtClean="0"/>
              <a:t>This would be the introduction slide</a:t>
            </a:r>
            <a:r>
              <a:rPr lang="en-US" baseline="0" dirty="0" smtClean="0"/>
              <a:t> of the topic that you are covering in this subsection.</a:t>
            </a:r>
          </a:p>
          <a:p>
            <a:pPr lvl="0" rtl="0">
              <a:spcBef>
                <a:spcPts val="0"/>
              </a:spcBef>
              <a:buNone/>
            </a:pPr>
            <a:r>
              <a:rPr lang="en-US" baseline="0" dirty="0" smtClean="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989236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[Mandatory Slide]</a:t>
            </a:r>
          </a:p>
          <a:p>
            <a:pPr lvl="0" rtl="0">
              <a:spcBef>
                <a:spcPts val="0"/>
              </a:spcBef>
              <a:buNone/>
            </a:pPr>
            <a:r>
              <a:rPr lang="en-US" b="0" dirty="0" smtClean="0"/>
              <a:t>Here</a:t>
            </a:r>
            <a:r>
              <a:rPr lang="en-US" b="0" baseline="0" dirty="0" smtClean="0"/>
              <a:t> the name of the next video needs to be mentioned. The narration as you guessed it would be just letting the viewer know exactly where we are at and what we’d be taking over next! </a:t>
            </a:r>
            <a:r>
              <a:rPr lang="en-US" b="0" baseline="0" smtClean="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smtClean="0"/>
              <a:t>Updating items</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Interacting with our data</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Updating items on disc</a:t>
            </a:r>
          </a:p>
          <a:p>
            <a:pPr marL="457200" lvl="0" indent="-355600" rtl="0">
              <a:spcBef>
                <a:spcPts val="0"/>
              </a:spcBef>
              <a:buClr>
                <a:srgbClr val="434343"/>
              </a:buClr>
              <a:buSzPct val="100000"/>
              <a:buChar char="●"/>
            </a:pPr>
            <a:r>
              <a:rPr lang="en-US" sz="2000" dirty="0" smtClean="0">
                <a:solidFill>
                  <a:srgbClr val="434343"/>
                </a:solidFill>
              </a:rPr>
              <a:t>Implementing the </a:t>
            </a:r>
            <a:r>
              <a:rPr lang="en-US" sz="2000" b="1" i="1" dirty="0" smtClean="0">
                <a:solidFill>
                  <a:srgbClr val="434343"/>
                </a:solidFill>
              </a:rPr>
              <a:t>Update</a:t>
            </a:r>
            <a:r>
              <a:rPr lang="en-US" sz="2000" dirty="0" smtClean="0">
                <a:solidFill>
                  <a:srgbClr val="434343"/>
                </a:solidFill>
              </a:rPr>
              <a:t> command in our program</a:t>
            </a:r>
          </a:p>
        </p:txBody>
      </p:sp>
    </p:spTree>
    <p:extLst>
      <p:ext uri="{BB962C8B-B14F-4D97-AF65-F5344CB8AC3E}">
        <p14:creationId xmlns:p14="http://schemas.microsoft.com/office/powerpoint/2010/main" val="6591723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
              <a:t>Next Video</a:t>
            </a:r>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Displaying our to-do list</a:t>
            </a:r>
            <a:endParaRPr lang="e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TotalTime>
  <Words>108</Words>
  <Application>Microsoft Macintosh PowerPoint</Application>
  <PresentationFormat>On-screen Show (16:9)</PresentationFormat>
  <Paragraphs>12</Paragraphs>
  <Slides>3</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Calibri</vt:lpstr>
      <vt:lpstr>Roboto</vt:lpstr>
      <vt:lpstr>Wingdings</vt:lpstr>
      <vt:lpstr>Packt</vt:lpstr>
      <vt:lpstr>Packt</vt:lpstr>
      <vt:lpstr>Updating items</vt:lpstr>
      <vt:lpstr>In this video, we’re going to take a look at…</vt:lpstr>
      <vt:lpstr>Next Video</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55</cp:revision>
  <dcterms:modified xsi:type="dcterms:W3CDTF">2017-07-16T22:29:23Z</dcterms:modified>
</cp:coreProperties>
</file>