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</p:sldMasterIdLst>
  <p:sldIdLst>
    <p:sldId id="258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375"/>
  </p:normalViewPr>
  <p:slideViewPr>
    <p:cSldViewPr snapToGrid="0">
      <p:cViewPr varScale="1">
        <p:scale>
          <a:sx n="76" d="100"/>
          <a:sy n="76" d="100"/>
        </p:scale>
        <p:origin x="1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713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128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5318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45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02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593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0339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6274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8125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314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3392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2467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3087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0246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637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5255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8144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0270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09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73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952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29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40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22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</a:t>
            </a:r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3.5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Pattern matching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Extracting values from instances of algebraic data types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Pattern matching in function declarations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Pattern matching in </a:t>
            </a:r>
            <a:r>
              <a:rPr lang="en-US" sz="2399" b="1" i="1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case</a:t>
            </a:r>
            <a:r>
              <a:rPr lang="en-US" sz="2399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..</a:t>
            </a:r>
            <a:r>
              <a:rPr lang="en-US" sz="2399" b="1" i="1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of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 expressions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Exhaustiveness of pattern matches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3432713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Values and expressions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Types and type signature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Algebraic data types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smtClean="0">
                <a:solidFill>
                  <a:prstClr val="white"/>
                </a:solidFill>
                <a:latin typeface="Segoe UI Light" panose="020B0502040204020203" pitchFamily="34" charset="0"/>
              </a:rPr>
              <a:t>Type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classes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Pattern matching</a:t>
            </a:r>
            <a:endParaRPr lang="en-IN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8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Section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293" y="3136235"/>
            <a:ext cx="10969414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Volume summary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6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67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Calibri</vt:lpstr>
      <vt:lpstr>Century Gothic</vt:lpstr>
      <vt:lpstr>Gisha</vt:lpstr>
      <vt:lpstr>Segoe UI Light</vt:lpstr>
      <vt:lpstr>Arial</vt:lpstr>
      <vt:lpstr>1_Office Theme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18</cp:revision>
  <dcterms:created xsi:type="dcterms:W3CDTF">2015-06-11T06:54:04Z</dcterms:created>
  <dcterms:modified xsi:type="dcterms:W3CDTF">2017-03-04T20:58:17Z</dcterms:modified>
</cp:coreProperties>
</file>