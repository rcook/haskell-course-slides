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67" r:id="rId4"/>
    <p:sldId id="258" r:id="rId5"/>
    <p:sldId id="259" r:id="rId6"/>
    <p:sldId id="270" r:id="rId7"/>
    <p:sldId id="268" r:id="rId8"/>
    <p:sldId id="269" r:id="rId9"/>
    <p:sldId id="271" r:id="rId10"/>
    <p:sldId id="272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81" d="100"/>
          <a:sy n="81" d="100"/>
        </p:scale>
        <p:origin x="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388960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023" y="1004720"/>
            <a:ext cx="7100506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02275" y="2492127"/>
            <a:ext cx="3204752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Section 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885" y="3279936"/>
            <a:ext cx="9357587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The FP and Haskell Buzz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023" y="6139553"/>
            <a:ext cx="3743261" cy="43811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defTabSz="1088268">
              <a:defRPr/>
            </a:pPr>
            <a:r>
              <a:rPr lang="en-US" sz="2133" kern="0" dirty="0">
                <a:solidFill>
                  <a:prstClr val="white"/>
                </a:solidFill>
              </a:rPr>
              <a:t>www.packtpub.com</a:t>
            </a:r>
            <a:endParaRPr lang="en-IN" sz="2133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83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Section,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171121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Why are we here?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Some terminology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reality of software engineering (in brief!)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problems we face as software developers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essentials of functional programming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core principles of Haskell</a:t>
            </a:r>
          </a:p>
        </p:txBody>
      </p:sp>
    </p:spTree>
    <p:extLst>
      <p:ext uri="{BB962C8B-B14F-4D97-AF65-F5344CB8AC3E}">
        <p14:creationId xmlns:p14="http://schemas.microsoft.com/office/powerpoint/2010/main" val="294608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1.1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142280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Problems FP and Haskell can address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Why are we 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This is a </a:t>
            </a:r>
            <a:r>
              <a:rPr lang="en-US" sz="2399" i="1" dirty="0">
                <a:solidFill>
                  <a:prstClr val="white"/>
                </a:solidFill>
                <a:latin typeface="Segoe UI Light" panose="020B0502040204020203" pitchFamily="34" charset="0"/>
              </a:rPr>
              <a:t>practical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programming course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We need to talk a little before we can start playing with Haskell!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Some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“Functional programming” commonly abbreviated as “FP”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“Programming language” commonly abbreviated as “PL”</a:t>
            </a:r>
          </a:p>
        </p:txBody>
      </p:sp>
    </p:spTree>
    <p:extLst>
      <p:ext uri="{BB962C8B-B14F-4D97-AF65-F5344CB8AC3E}">
        <p14:creationId xmlns:p14="http://schemas.microsoft.com/office/powerpoint/2010/main" val="364537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32510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Software development is hard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There is no replacement for competent developers (yet!)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But let’s not make it unnecessarily difficult for ourselves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1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Sources of 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54032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Reliability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Tractability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Composability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Maintainability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Concurrency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Abstraction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247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So, why are we here, again?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Knowledge is power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Learning new things is good for us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Learning about the inspiration for features in non-FP PLs is interesting</a:t>
            </a:r>
          </a:p>
        </p:txBody>
      </p:sp>
    </p:spTree>
    <p:extLst>
      <p:ext uri="{BB962C8B-B14F-4D97-AF65-F5344CB8AC3E}">
        <p14:creationId xmlns:p14="http://schemas.microsoft.com/office/powerpoint/2010/main" val="429064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But, really,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479084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i="1" dirty="0">
                <a:solidFill>
                  <a:prstClr val="white"/>
                </a:solidFill>
                <a:latin typeface="Segoe UI Light" panose="020B0502040204020203" pitchFamily="34" charset="0"/>
              </a:rPr>
              <a:t>Programming in Haskell is fun!</a:t>
            </a:r>
          </a:p>
        </p:txBody>
      </p:sp>
    </p:spTree>
    <p:extLst>
      <p:ext uri="{BB962C8B-B14F-4D97-AF65-F5344CB8AC3E}">
        <p14:creationId xmlns:p14="http://schemas.microsoft.com/office/powerpoint/2010/main" val="381561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The FP Way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208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25</cp:revision>
  <dcterms:created xsi:type="dcterms:W3CDTF">2015-06-11T06:54:04Z</dcterms:created>
  <dcterms:modified xsi:type="dcterms:W3CDTF">2017-02-05T20:04:35Z</dcterms:modified>
</cp:coreProperties>
</file>