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7"/>
  </p:notesMasterIdLst>
  <p:sldIdLst>
    <p:sldId id="258" r:id="rId3"/>
    <p:sldId id="270" r:id="rId4"/>
    <p:sldId id="271" r:id="rId5"/>
    <p:sldId id="269" r:id="rId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7812" autoAdjust="0"/>
  </p:normalViewPr>
  <p:slideViewPr>
    <p:cSldViewPr>
      <p:cViewPr varScale="1">
        <p:scale>
          <a:sx n="82" d="100"/>
          <a:sy n="82" d="100"/>
        </p:scale>
        <p:origin x="1944" y="16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[Mandatory Slide]</a:t>
            </a:r>
            <a:br>
              <a:rPr lang="en-US" dirty="0" smtClean="0"/>
            </a:br>
            <a:r>
              <a:rPr lang="en-US" dirty="0" smtClean="0"/>
              <a:t>This would be the introduction slide</a:t>
            </a:r>
            <a:r>
              <a:rPr lang="en-US" baseline="0" dirty="0" smtClean="0"/>
              <a:t> of the topic that you are covering in this subsection.</a:t>
            </a:r>
          </a:p>
          <a:p>
            <a:pPr lvl="0" rtl="0">
              <a:spcBef>
                <a:spcPts val="0"/>
              </a:spcBef>
              <a:buNone/>
            </a:pPr>
            <a:r>
              <a:rPr lang="en-US" baseline="0" dirty="0" smtClean="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This slide, like mentioned above is for multiple pointers. The information above covers the types</a:t>
            </a:r>
            <a:r>
              <a:rPr lang="en-US" baseline="0" dirty="0" smtClean="0"/>
              <a:t> of information that can be used in this slide</a:t>
            </a:r>
            <a:endParaRPr lang="en-US" dirty="0" smtClean="0"/>
          </a:p>
          <a:p>
            <a:pPr lvl="0" rtl="0">
              <a:spcBef>
                <a:spcPts val="0"/>
              </a:spcBef>
              <a:buNone/>
            </a:pPr>
            <a:endParaRPr lang="en-US" dirty="0" smtClean="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This slide, like mentioned above is for multiple pointers. The information above covers the types</a:t>
            </a:r>
            <a:r>
              <a:rPr lang="en-US" baseline="0" dirty="0" smtClean="0"/>
              <a:t> of information that can be used in this slide</a:t>
            </a:r>
            <a:endParaRPr lang="en-US" dirty="0" smtClean="0"/>
          </a:p>
          <a:p>
            <a:pPr lvl="0" rtl="0">
              <a:spcBef>
                <a:spcPts val="0"/>
              </a:spcBef>
              <a:buNone/>
            </a:pPr>
            <a:endParaRPr lang="en-US" dirty="0" smtClean="0"/>
          </a:p>
        </p:txBody>
      </p:sp>
    </p:spTree>
    <p:extLst>
      <p:ext uri="{BB962C8B-B14F-4D97-AF65-F5344CB8AC3E}">
        <p14:creationId xmlns:p14="http://schemas.microsoft.com/office/powerpoint/2010/main" val="1237437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[Mandatory Slide]</a:t>
            </a:r>
          </a:p>
          <a:p>
            <a:pPr lvl="0" rtl="0">
              <a:spcBef>
                <a:spcPts val="0"/>
              </a:spcBef>
              <a:buNone/>
            </a:pPr>
            <a:r>
              <a:rPr lang="en-US" b="0" dirty="0" smtClean="0"/>
              <a:t>Here</a:t>
            </a:r>
            <a:r>
              <a:rPr lang="en-US" b="0" baseline="0" dirty="0" smtClean="0"/>
              <a:t> the name of the next video needs to be mentioned. The narration as you guessed it would be just letting the viewer know exactly where we are at and what we’d be taking over next! </a:t>
            </a:r>
            <a:r>
              <a:rPr lang="en-US" b="0" baseline="0" smtClean="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theme" Target="../theme/theme2.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smtClean="0"/>
              <a:t>Consuming third-party packages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Packages and the Haskell ecosystem</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Different ways to reference </a:t>
            </a:r>
            <a:r>
              <a:rPr lang="en-US" sz="2000" smtClean="0">
                <a:solidFill>
                  <a:srgbClr val="434343"/>
                </a:solidFill>
              </a:rPr>
              <a:t>third-party </a:t>
            </a:r>
            <a:r>
              <a:rPr lang="en-US" sz="2000" smtClean="0">
                <a:solidFill>
                  <a:srgbClr val="434343"/>
                </a:solidFill>
              </a:rPr>
              <a:t>packages</a:t>
            </a:r>
            <a:endParaRPr lang="en-US" sz="2000" dirty="0" smtClean="0">
              <a:solidFill>
                <a:srgbClr val="434343"/>
              </a:solidFill>
            </a:endParaRPr>
          </a:p>
        </p:txBody>
      </p:sp>
    </p:spTree>
    <p:extLst>
      <p:ext uri="{BB962C8B-B14F-4D97-AF65-F5344CB8AC3E}">
        <p14:creationId xmlns:p14="http://schemas.microsoft.com/office/powerpoint/2010/main" val="6591723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smtClean="0"/>
              <a:t>Referencing third-party packages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Add to </a:t>
            </a:r>
            <a:r>
              <a:rPr lang="en-US" sz="2000" b="1" i="1" dirty="0" smtClean="0">
                <a:solidFill>
                  <a:srgbClr val="434343"/>
                </a:solidFill>
              </a:rPr>
              <a:t>build-depends</a:t>
            </a:r>
            <a:r>
              <a:rPr lang="en-US" sz="2000" dirty="0" smtClean="0">
                <a:solidFill>
                  <a:srgbClr val="434343"/>
                </a:solidFill>
              </a:rPr>
              <a:t> section in </a:t>
            </a:r>
            <a:r>
              <a:rPr lang="en-US" sz="2000" b="1" i="1" dirty="0" smtClean="0">
                <a:solidFill>
                  <a:srgbClr val="434343"/>
                </a:solidFill>
              </a:rPr>
              <a:t>.cabal</a:t>
            </a:r>
            <a:r>
              <a:rPr lang="en-US" sz="2000" dirty="0" smtClean="0">
                <a:solidFill>
                  <a:srgbClr val="434343"/>
                </a:solidFill>
              </a:rPr>
              <a:t> file</a:t>
            </a:r>
            <a:endParaRPr lang="en-US" sz="2000" b="1" i="1" dirty="0" smtClean="0">
              <a:solidFill>
                <a:srgbClr val="434343"/>
              </a:solidFill>
            </a:endParaRPr>
          </a:p>
          <a:p>
            <a:pPr marL="457200" lvl="0" indent="-355600" rtl="0">
              <a:spcBef>
                <a:spcPts val="0"/>
              </a:spcBef>
              <a:buClr>
                <a:srgbClr val="434343"/>
              </a:buClr>
              <a:buSzPct val="100000"/>
              <a:buChar char="●"/>
            </a:pPr>
            <a:r>
              <a:rPr lang="en-US" sz="2000" dirty="0" smtClean="0">
                <a:solidFill>
                  <a:srgbClr val="434343"/>
                </a:solidFill>
              </a:rPr>
              <a:t>Obtained using Stackage resolver by default</a:t>
            </a:r>
          </a:p>
          <a:p>
            <a:pPr marL="457200" lvl="0" indent="-355600" rtl="0">
              <a:spcBef>
                <a:spcPts val="0"/>
              </a:spcBef>
              <a:buClr>
                <a:srgbClr val="434343"/>
              </a:buClr>
              <a:buSzPct val="100000"/>
              <a:buChar char="●"/>
            </a:pPr>
            <a:r>
              <a:rPr lang="en-US" sz="2000" dirty="0" smtClean="0">
                <a:solidFill>
                  <a:srgbClr val="434343"/>
                </a:solidFill>
              </a:rPr>
              <a:t>Local packages referenced via </a:t>
            </a:r>
            <a:r>
              <a:rPr lang="en-US" sz="2000" b="1" i="1" dirty="0" smtClean="0">
                <a:solidFill>
                  <a:srgbClr val="434343"/>
                </a:solidFill>
              </a:rPr>
              <a:t>packages</a:t>
            </a:r>
            <a:r>
              <a:rPr lang="en-US" sz="2000" dirty="0" smtClean="0">
                <a:solidFill>
                  <a:srgbClr val="434343"/>
                </a:solidFill>
              </a:rPr>
              <a:t> section in </a:t>
            </a:r>
            <a:r>
              <a:rPr lang="en-US" sz="2000" b="1" i="1" dirty="0" err="1" smtClean="0">
                <a:solidFill>
                  <a:srgbClr val="434343"/>
                </a:solidFill>
              </a:rPr>
              <a:t>stack.yaml</a:t>
            </a:r>
            <a:endParaRPr lang="en-US" sz="2000" b="1" i="1" dirty="0" smtClean="0">
              <a:solidFill>
                <a:srgbClr val="434343"/>
              </a:solidFill>
            </a:endParaRPr>
          </a:p>
          <a:p>
            <a:pPr marL="457200" lvl="0" indent="-355600" rtl="0">
              <a:spcBef>
                <a:spcPts val="0"/>
              </a:spcBef>
              <a:buClr>
                <a:srgbClr val="434343"/>
              </a:buClr>
              <a:buSzPct val="100000"/>
              <a:buChar char="●"/>
            </a:pPr>
            <a:r>
              <a:rPr lang="en-US" sz="2000" dirty="0" smtClean="0">
                <a:solidFill>
                  <a:srgbClr val="434343"/>
                </a:solidFill>
              </a:rPr>
              <a:t>Other packages from Hackage referenced by </a:t>
            </a:r>
            <a:r>
              <a:rPr lang="en-US" sz="2000" b="1" i="1" dirty="0" smtClean="0">
                <a:solidFill>
                  <a:srgbClr val="434343"/>
                </a:solidFill>
              </a:rPr>
              <a:t>extra-deps</a:t>
            </a:r>
          </a:p>
          <a:p>
            <a:pPr marL="457200" lvl="0" indent="-355600" rtl="0">
              <a:spcBef>
                <a:spcPts val="0"/>
              </a:spcBef>
              <a:buClr>
                <a:srgbClr val="434343"/>
              </a:buClr>
              <a:buSzPct val="100000"/>
              <a:buChar char="●"/>
            </a:pPr>
            <a:r>
              <a:rPr lang="en-US" sz="2000" dirty="0" err="1" smtClean="0">
                <a:solidFill>
                  <a:srgbClr val="434343"/>
                </a:solidFill>
              </a:rPr>
              <a:t>Tarballs</a:t>
            </a:r>
            <a:r>
              <a:rPr lang="en-US" sz="2000" dirty="0" smtClean="0">
                <a:solidFill>
                  <a:srgbClr val="434343"/>
                </a:solidFill>
              </a:rPr>
              <a:t> or </a:t>
            </a:r>
            <a:r>
              <a:rPr lang="en-US" sz="2000" b="1" i="1" dirty="0" smtClean="0">
                <a:solidFill>
                  <a:srgbClr val="434343"/>
                </a:solidFill>
              </a:rPr>
              <a:t>.zip</a:t>
            </a:r>
            <a:r>
              <a:rPr lang="en-US" sz="2000" dirty="0" smtClean="0">
                <a:solidFill>
                  <a:srgbClr val="434343"/>
                </a:solidFill>
              </a:rPr>
              <a:t> files via HTTP or HTTPS URLs</a:t>
            </a:r>
          </a:p>
          <a:p>
            <a:pPr marL="457200" lvl="0" indent="-355600" rtl="0">
              <a:spcBef>
                <a:spcPts val="0"/>
              </a:spcBef>
              <a:buClr>
                <a:srgbClr val="434343"/>
              </a:buClr>
              <a:buSzPct val="100000"/>
              <a:buChar char="●"/>
            </a:pPr>
            <a:r>
              <a:rPr lang="en-US" sz="2000" dirty="0" smtClean="0">
                <a:solidFill>
                  <a:srgbClr val="434343"/>
                </a:solidFill>
              </a:rPr>
              <a:t>Complex locations including Git repositories</a:t>
            </a:r>
          </a:p>
        </p:txBody>
      </p:sp>
    </p:spTree>
    <p:extLst>
      <p:ext uri="{BB962C8B-B14F-4D97-AF65-F5344CB8AC3E}">
        <p14:creationId xmlns:p14="http://schemas.microsoft.com/office/powerpoint/2010/main" val="28846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A brief tour of popular </a:t>
            </a:r>
            <a:r>
              <a:rPr lang="en-US" dirty="0" smtClean="0"/>
              <a:t>Haskell packages</a:t>
            </a:r>
            <a:endParaRPr lang="e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TotalTime>
  <Words>181</Words>
  <Application>Microsoft Macintosh PowerPoint</Application>
  <PresentationFormat>On-screen Show (16:9)</PresentationFormat>
  <Paragraphs>19</Paragraphs>
  <Slides>4</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vt:i4>
      </vt:variant>
    </vt:vector>
  </HeadingPairs>
  <TitlesOfParts>
    <vt:vector size="10" baseType="lpstr">
      <vt:lpstr>Arial</vt:lpstr>
      <vt:lpstr>Calibri</vt:lpstr>
      <vt:lpstr>Roboto</vt:lpstr>
      <vt:lpstr>Wingdings</vt:lpstr>
      <vt:lpstr>Packt</vt:lpstr>
      <vt:lpstr>Packt</vt:lpstr>
      <vt:lpstr>Consuming third-party packages</vt:lpstr>
      <vt:lpstr>In this video, we’re going to take a look at…</vt:lpstr>
      <vt:lpstr>Referencing third-party packages</vt:lpstr>
      <vt:lpstr>Next Video</vt:lpstr>
    </vt:vector>
  </TitlesOfParts>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53</cp:revision>
  <dcterms:modified xsi:type="dcterms:W3CDTF">2017-04-27T03:07:54Z</dcterms:modified>
</cp:coreProperties>
</file>