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8" r:id="rId3"/>
    <p:sldId id="259" r:id="rId4"/>
    <p:sldId id="262" r:id="rId5"/>
    <p:sldId id="263" r:id="rId6"/>
    <p:sldId id="264" r:id="rId7"/>
    <p:sldId id="265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3"/>
  </p:normalViewPr>
  <p:slideViewPr>
    <p:cSldViewPr snapToGrid="0">
      <p:cViewPr varScale="1">
        <p:scale>
          <a:sx n="81" d="100"/>
          <a:sy n="81" d="100"/>
        </p:scale>
        <p:origin x="8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2/5/2017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1.2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The FP Way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What is functional programming?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How does FP help with complexity?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What do FP programs look like?</a:t>
            </a: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What is functional programming?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An alternative model of computation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Treats computation as the evaluation of mathematical functions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Is declarative, emphasizing the “what” over the “how”</a:t>
            </a:r>
          </a:p>
        </p:txBody>
      </p:sp>
    </p:spTree>
    <p:extLst>
      <p:ext uri="{BB962C8B-B14F-4D97-AF65-F5344CB8AC3E}">
        <p14:creationId xmlns:p14="http://schemas.microsoft.com/office/powerpoint/2010/main" val="861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A typical imperative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“Read a value into a variable”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“Mutate the value according to </a:t>
            </a:r>
            <a:r>
              <a:rPr lang="en-US" sz="2399">
                <a:solidFill>
                  <a:prstClr val="white"/>
                </a:solidFill>
                <a:latin typeface="Segoe UI Light" panose="020B0502040204020203" pitchFamily="34" charset="0"/>
              </a:rPr>
              <a:t>the algorithm”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“Write the value to an output somewhere”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“Go back to the beginning or break out of the loop based on some condition”</a:t>
            </a:r>
          </a:p>
        </p:txBody>
      </p:sp>
    </p:spTree>
    <p:extLst>
      <p:ext uri="{BB962C8B-B14F-4D97-AF65-F5344CB8AC3E}">
        <p14:creationId xmlns:p14="http://schemas.microsoft.com/office/powerpoint/2010/main" val="189847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FP programs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Contain expressions and declarations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Avoid changing global state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Avoid mutating data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Avoid looping and, instead, employ recursion or higher-order abstractions</a:t>
            </a:r>
          </a:p>
        </p:txBody>
      </p:sp>
    </p:spTree>
    <p:extLst>
      <p:ext uri="{BB962C8B-B14F-4D97-AF65-F5344CB8AC3E}">
        <p14:creationId xmlns:p14="http://schemas.microsoft.com/office/powerpoint/2010/main" val="166634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Imperative and functional programs compared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Traversal (a.k.a. “mapping”)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Reduction (a.k.a. “folding”)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Filtering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225950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>
                <a:solidFill>
                  <a:prstClr val="white"/>
                </a:solidFill>
                <a:latin typeface="Segoe UI Light" panose="020B0502040204020203" pitchFamily="34" charset="0"/>
              </a:rPr>
              <a:t>The Haskell Way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180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12</cp:revision>
  <dcterms:created xsi:type="dcterms:W3CDTF">2015-06-11T06:54:04Z</dcterms:created>
  <dcterms:modified xsi:type="dcterms:W3CDTF">2017-02-05T22:34:45Z</dcterms:modified>
</cp:coreProperties>
</file>