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8"/>
  </p:notesMasterIdLst>
  <p:sldIdLst>
    <p:sldId id="270" r:id="rId3"/>
    <p:sldId id="276" r:id="rId4"/>
    <p:sldId id="258" r:id="rId5"/>
    <p:sldId id="272" r:id="rId6"/>
    <p:sldId id="269" r:id="rId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12"/>
    <p:restoredTop sz="87708" autoAdjust="0"/>
  </p:normalViewPr>
  <p:slideViewPr>
    <p:cSldViewPr>
      <p:cViewPr varScale="1">
        <p:scale>
          <a:sx n="82" d="100"/>
          <a:sy n="82" d="100"/>
        </p:scale>
        <p:origin x="1074" y="84"/>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Shape 1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1" name="Shape 171"/>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The name of</a:t>
            </a:r>
            <a:r>
              <a:rPr lang="en-US" baseline="0" dirty="0"/>
              <a:t> the section would be mentioned here.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Shape 1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6" name="Shape 17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a:t>
            </a:r>
            <a:r>
              <a:rPr lang="en-US" baseline="0" dirty="0"/>
              <a:t> Slide]</a:t>
            </a:r>
          </a:p>
          <a:p>
            <a:pPr lvl="0" rtl="0">
              <a:spcBef>
                <a:spcPts val="0"/>
              </a:spcBef>
              <a:buNone/>
            </a:pPr>
            <a:r>
              <a:rPr lang="en-US" dirty="0"/>
              <a:t>This is a sort of a road map to</a:t>
            </a:r>
            <a:r>
              <a:rPr lang="en-US" baseline="0" dirty="0"/>
              <a:t> get introduced to the topics of the section and their title. Instead of putting them as straight bullets, we can show a learning path.</a:t>
            </a:r>
            <a:endParaRPr/>
          </a:p>
        </p:txBody>
      </p:sp>
    </p:spTree>
    <p:extLst>
      <p:ext uri="{BB962C8B-B14F-4D97-AF65-F5344CB8AC3E}">
        <p14:creationId xmlns:p14="http://schemas.microsoft.com/office/powerpoint/2010/main" val="584802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771275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99"/>
        <p:cNvGrpSpPr/>
        <p:nvPr/>
      </p:nvGrpSpPr>
      <p:grpSpPr>
        <a:xfrm>
          <a:off x="0" y="0"/>
          <a:ext cx="0" cy="0"/>
          <a:chOff x="0" y="0"/>
          <a:chExt cx="0" cy="0"/>
        </a:xfrm>
      </p:grpSpPr>
      <p:sp>
        <p:nvSpPr>
          <p:cNvPr id="100" name="Shape 10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01" name="Shape 10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02" name="Shape 10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103" name="Shape 10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cSld name="Standalone Introduction or Summary">
    <p:bg>
      <p:bgPr>
        <a:solidFill>
          <a:srgbClr val="F37021"/>
        </a:solidFill>
        <a:effectLst/>
      </p:bgPr>
    </p:bg>
    <p:spTree>
      <p:nvGrpSpPr>
        <p:cNvPr id="1" name="Shape 97"/>
        <p:cNvGrpSpPr/>
        <p:nvPr/>
      </p:nvGrpSpPr>
      <p:grpSpPr>
        <a:xfrm>
          <a:off x="0" y="0"/>
          <a:ext cx="0" cy="0"/>
          <a:chOff x="0" y="0"/>
          <a:chExt cx="0" cy="0"/>
        </a:xfrm>
      </p:grpSpPr>
      <p:sp>
        <p:nvSpPr>
          <p:cNvPr id="98" name="Shape 98"/>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theme" Target="../theme/theme2.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2" r:id="rId3"/>
    <p:sldLayoutId id="2147483674" r:id="rId4"/>
    <p:sldLayoutId id="2147483679" r:id="rId5"/>
    <p:sldLayoutId id="2147483681" r:id="rId6"/>
    <p:sldLayoutId id="2147483683" r:id="rId7"/>
    <p:sldLayoutId id="2147483684" r:id="rId8"/>
    <p:sldLayoutId id="2147483685" r:id="rId9"/>
    <p:sldLayoutId id="2147483686" r:id="rId10"/>
    <p:sldLayoutId id="2147483687" r:id="rId11"/>
    <p:sldLayoutId id="2147483688" r:id="rId12"/>
    <p:sldLayoutId id="2147483689" r:id="rId13"/>
    <p:sldLayoutId id="214748369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Shape 173"/>
          <p:cNvSpPr txBox="1">
            <a:spLocks noGrp="1"/>
          </p:cNvSpPr>
          <p:nvPr>
            <p:ph type="title"/>
          </p:nvPr>
        </p:nvSpPr>
        <p:spPr>
          <a:xfrm>
            <a:off x="460950" y="2065350"/>
            <a:ext cx="8222100" cy="1012800"/>
          </a:xfrm>
          <a:prstGeom prst="rect">
            <a:avLst/>
          </a:prstGeom>
        </p:spPr>
        <p:txBody>
          <a:bodyPr lIns="91425" tIns="91425" rIns="91425" bIns="91425" anchor="ctr" anchorCtr="0">
            <a:noAutofit/>
          </a:bodyPr>
          <a:lstStyle/>
          <a:p>
            <a:pPr lvl="0"/>
            <a:r>
              <a:rPr lang="en-US"/>
              <a:t>Interacting with our data</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cxnSp>
        <p:nvCxnSpPr>
          <p:cNvPr id="178" name="Shape 178"/>
          <p:cNvCxnSpPr/>
          <p:nvPr/>
        </p:nvCxnSpPr>
        <p:spPr>
          <a:xfrm rot="10800000">
            <a:off x="680050" y="2153374"/>
            <a:ext cx="0" cy="1122600"/>
          </a:xfrm>
          <a:prstGeom prst="straightConnector1">
            <a:avLst/>
          </a:prstGeom>
          <a:noFill/>
          <a:ln w="9525" cap="flat" cmpd="sng">
            <a:solidFill>
              <a:schemeClr val="dk2"/>
            </a:solidFill>
            <a:prstDash val="solid"/>
            <a:round/>
            <a:headEnd type="none" w="lg" len="lg"/>
            <a:tailEnd type="oval" w="lg" len="lg"/>
          </a:ln>
        </p:spPr>
      </p:cxnSp>
      <p:sp>
        <p:nvSpPr>
          <p:cNvPr id="179" name="Shape 179"/>
          <p:cNvSpPr txBox="1">
            <a:spLocks noGrp="1"/>
          </p:cNvSpPr>
          <p:nvPr>
            <p:ph type="title"/>
          </p:nvPr>
        </p:nvSpPr>
        <p:spPr>
          <a:xfrm>
            <a:off x="727112" y="1995898"/>
            <a:ext cx="2213162" cy="392100"/>
          </a:xfrm>
          <a:prstGeom prst="rect">
            <a:avLst/>
          </a:prstGeom>
        </p:spPr>
        <p:txBody>
          <a:bodyPr lIns="91425" tIns="91425" rIns="91425" bIns="91425" anchor="ctr" anchorCtr="0">
            <a:noAutofit/>
          </a:bodyPr>
          <a:lstStyle/>
          <a:p>
            <a:pPr lvl="0" rtl="0">
              <a:spcBef>
                <a:spcPts val="0"/>
              </a:spcBef>
              <a:buNone/>
            </a:pPr>
            <a:r>
              <a:rPr lang="en-US" sz="1800" dirty="0">
                <a:solidFill>
                  <a:schemeClr val="dk1"/>
                </a:solidFill>
              </a:rPr>
              <a:t>Reading items</a:t>
            </a:r>
            <a:endParaRPr lang="en" sz="1800" dirty="0">
              <a:solidFill>
                <a:schemeClr val="dk1"/>
              </a:solidFill>
            </a:endParaRPr>
          </a:p>
        </p:txBody>
      </p:sp>
      <p:sp>
        <p:nvSpPr>
          <p:cNvPr id="180" name="Shape 180"/>
          <p:cNvSpPr txBox="1">
            <a:spLocks noGrp="1"/>
          </p:cNvSpPr>
          <p:nvPr>
            <p:ph type="body" idx="1"/>
          </p:nvPr>
        </p:nvSpPr>
        <p:spPr>
          <a:xfrm>
            <a:off x="727112" y="2285924"/>
            <a:ext cx="1814100" cy="578700"/>
          </a:xfrm>
          <a:prstGeom prst="rect">
            <a:avLst/>
          </a:prstGeom>
        </p:spPr>
        <p:txBody>
          <a:bodyPr lIns="91425" tIns="91425" rIns="91425" bIns="91425" anchor="t" anchorCtr="0">
            <a:noAutofit/>
          </a:bodyPr>
          <a:lstStyle/>
          <a:p>
            <a:pPr lvl="0" rtl="0">
              <a:spcBef>
                <a:spcPts val="0"/>
              </a:spcBef>
              <a:buNone/>
            </a:pPr>
            <a:r>
              <a:rPr lang="en-US" sz="1400" dirty="0">
                <a:solidFill>
                  <a:schemeClr val="dk2"/>
                </a:solidFill>
              </a:rPr>
              <a:t>The </a:t>
            </a:r>
            <a:r>
              <a:rPr lang="en-US" sz="1400" b="1" i="1" dirty="0">
                <a:solidFill>
                  <a:schemeClr val="dk2"/>
                </a:solidFill>
              </a:rPr>
              <a:t>Read</a:t>
            </a:r>
            <a:r>
              <a:rPr lang="en-US" sz="1400" dirty="0">
                <a:solidFill>
                  <a:schemeClr val="dk2"/>
                </a:solidFill>
              </a:rPr>
              <a:t> command</a:t>
            </a:r>
            <a:endParaRPr lang="en" sz="1400" dirty="0">
              <a:solidFill>
                <a:schemeClr val="dk2"/>
              </a:solidFill>
            </a:endParaRPr>
          </a:p>
        </p:txBody>
      </p:sp>
      <p:cxnSp>
        <p:nvCxnSpPr>
          <p:cNvPr id="181" name="Shape 181"/>
          <p:cNvCxnSpPr/>
          <p:nvPr/>
        </p:nvCxnSpPr>
        <p:spPr>
          <a:xfrm>
            <a:off x="1211154" y="3296200"/>
            <a:ext cx="0" cy="667800"/>
          </a:xfrm>
          <a:prstGeom prst="straightConnector1">
            <a:avLst/>
          </a:prstGeom>
          <a:noFill/>
          <a:ln w="9525" cap="flat" cmpd="sng">
            <a:solidFill>
              <a:schemeClr val="dk2"/>
            </a:solidFill>
            <a:prstDash val="solid"/>
            <a:round/>
            <a:headEnd type="none" w="lg" len="lg"/>
            <a:tailEnd type="oval" w="lg" len="lg"/>
          </a:ln>
        </p:spPr>
      </p:cxnSp>
      <p:sp>
        <p:nvSpPr>
          <p:cNvPr id="182" name="Shape 182"/>
          <p:cNvSpPr txBox="1">
            <a:spLocks noGrp="1"/>
          </p:cNvSpPr>
          <p:nvPr>
            <p:ph type="title"/>
          </p:nvPr>
        </p:nvSpPr>
        <p:spPr>
          <a:xfrm>
            <a:off x="1258200" y="3725325"/>
            <a:ext cx="2323200" cy="392100"/>
          </a:xfrm>
          <a:prstGeom prst="rect">
            <a:avLst/>
          </a:prstGeom>
        </p:spPr>
        <p:txBody>
          <a:bodyPr lIns="91425" tIns="91425" rIns="91425" bIns="91425" anchor="ctr" anchorCtr="0">
            <a:noAutofit/>
          </a:bodyPr>
          <a:lstStyle/>
          <a:p>
            <a:pPr lvl="0" rtl="0">
              <a:spcBef>
                <a:spcPts val="0"/>
              </a:spcBef>
              <a:buNone/>
            </a:pPr>
            <a:r>
              <a:rPr lang="en-US" sz="1800" dirty="0">
                <a:solidFill>
                  <a:schemeClr val="dk1"/>
                </a:solidFill>
              </a:rPr>
              <a:t>Creating items</a:t>
            </a:r>
            <a:endParaRPr lang="en" sz="1800" dirty="0">
              <a:solidFill>
                <a:schemeClr val="dk1"/>
              </a:solidFill>
            </a:endParaRPr>
          </a:p>
        </p:txBody>
      </p:sp>
      <p:sp>
        <p:nvSpPr>
          <p:cNvPr id="183" name="Shape 183"/>
          <p:cNvSpPr txBox="1">
            <a:spLocks noGrp="1"/>
          </p:cNvSpPr>
          <p:nvPr>
            <p:ph type="body" idx="1"/>
          </p:nvPr>
        </p:nvSpPr>
        <p:spPr>
          <a:xfrm>
            <a:off x="1258215" y="4015342"/>
            <a:ext cx="1814100" cy="578700"/>
          </a:xfrm>
          <a:prstGeom prst="rect">
            <a:avLst/>
          </a:prstGeom>
        </p:spPr>
        <p:txBody>
          <a:bodyPr lIns="91425" tIns="91425" rIns="91425" bIns="91425" anchor="t" anchorCtr="0">
            <a:noAutofit/>
          </a:bodyPr>
          <a:lstStyle/>
          <a:p>
            <a:pPr lvl="0" rtl="0">
              <a:spcBef>
                <a:spcPts val="0"/>
              </a:spcBef>
              <a:buNone/>
            </a:pPr>
            <a:r>
              <a:rPr lang="en-US" sz="1400" dirty="0">
                <a:solidFill>
                  <a:schemeClr val="dk2"/>
                </a:solidFill>
              </a:rPr>
              <a:t>The </a:t>
            </a:r>
            <a:r>
              <a:rPr lang="en-US" sz="1400" b="1" i="1" dirty="0">
                <a:solidFill>
                  <a:schemeClr val="dk2"/>
                </a:solidFill>
              </a:rPr>
              <a:t>Add</a:t>
            </a:r>
            <a:r>
              <a:rPr lang="en-US" sz="1400" dirty="0">
                <a:solidFill>
                  <a:schemeClr val="dk2"/>
                </a:solidFill>
              </a:rPr>
              <a:t> command</a:t>
            </a:r>
            <a:endParaRPr lang="en" sz="1400" dirty="0">
              <a:solidFill>
                <a:schemeClr val="dk2"/>
              </a:solidFill>
            </a:endParaRPr>
          </a:p>
        </p:txBody>
      </p:sp>
      <p:cxnSp>
        <p:nvCxnSpPr>
          <p:cNvPr id="184" name="Shape 184"/>
          <p:cNvCxnSpPr/>
          <p:nvPr/>
        </p:nvCxnSpPr>
        <p:spPr>
          <a:xfrm rot="10800000">
            <a:off x="3149975" y="2145156"/>
            <a:ext cx="0" cy="1155600"/>
          </a:xfrm>
          <a:prstGeom prst="straightConnector1">
            <a:avLst/>
          </a:prstGeom>
          <a:noFill/>
          <a:ln w="9525" cap="flat" cmpd="sng">
            <a:solidFill>
              <a:schemeClr val="dk2"/>
            </a:solidFill>
            <a:prstDash val="solid"/>
            <a:round/>
            <a:headEnd type="none" w="lg" len="lg"/>
            <a:tailEnd type="oval" w="lg" len="lg"/>
          </a:ln>
        </p:spPr>
      </p:cxnSp>
      <p:sp>
        <p:nvSpPr>
          <p:cNvPr id="185" name="Shape 185"/>
          <p:cNvSpPr txBox="1">
            <a:spLocks noGrp="1"/>
          </p:cNvSpPr>
          <p:nvPr>
            <p:ph type="title"/>
          </p:nvPr>
        </p:nvSpPr>
        <p:spPr>
          <a:xfrm>
            <a:off x="3197036" y="1995911"/>
            <a:ext cx="2213164" cy="392100"/>
          </a:xfrm>
          <a:prstGeom prst="rect">
            <a:avLst/>
          </a:prstGeom>
        </p:spPr>
        <p:txBody>
          <a:bodyPr lIns="91425" tIns="91425" rIns="91425" bIns="91425" anchor="ctr" anchorCtr="0">
            <a:noAutofit/>
          </a:bodyPr>
          <a:lstStyle/>
          <a:p>
            <a:pPr lvl="0" rtl="0">
              <a:spcBef>
                <a:spcPts val="0"/>
              </a:spcBef>
              <a:buNone/>
            </a:pPr>
            <a:r>
              <a:rPr lang="en-US" sz="1800" dirty="0">
                <a:solidFill>
                  <a:schemeClr val="dk1"/>
                </a:solidFill>
              </a:rPr>
              <a:t>Deleting items</a:t>
            </a:r>
            <a:endParaRPr lang="en" sz="1800" dirty="0">
              <a:solidFill>
                <a:schemeClr val="dk1"/>
              </a:solidFill>
            </a:endParaRPr>
          </a:p>
        </p:txBody>
      </p:sp>
      <p:sp>
        <p:nvSpPr>
          <p:cNvPr id="186" name="Shape 186"/>
          <p:cNvSpPr txBox="1">
            <a:spLocks noGrp="1"/>
          </p:cNvSpPr>
          <p:nvPr>
            <p:ph type="body" idx="1"/>
          </p:nvPr>
        </p:nvSpPr>
        <p:spPr>
          <a:xfrm>
            <a:off x="3197036" y="2285937"/>
            <a:ext cx="2375804" cy="578700"/>
          </a:xfrm>
          <a:prstGeom prst="rect">
            <a:avLst/>
          </a:prstGeom>
        </p:spPr>
        <p:txBody>
          <a:bodyPr lIns="91425" tIns="91425" rIns="91425" bIns="91425" anchor="t" anchorCtr="0">
            <a:noAutofit/>
          </a:bodyPr>
          <a:lstStyle/>
          <a:p>
            <a:pPr lvl="0" rtl="0">
              <a:spcBef>
                <a:spcPts val="0"/>
              </a:spcBef>
              <a:buNone/>
            </a:pPr>
            <a:r>
              <a:rPr lang="en-US" sz="1400" dirty="0">
                <a:solidFill>
                  <a:schemeClr val="dk2"/>
                </a:solidFill>
              </a:rPr>
              <a:t>The </a:t>
            </a:r>
            <a:r>
              <a:rPr lang="en-US" sz="1400" b="1" i="1" dirty="0">
                <a:solidFill>
                  <a:schemeClr val="dk2"/>
                </a:solidFill>
              </a:rPr>
              <a:t>Remove</a:t>
            </a:r>
            <a:r>
              <a:rPr lang="en-US" sz="1400" dirty="0">
                <a:solidFill>
                  <a:schemeClr val="dk2"/>
                </a:solidFill>
              </a:rPr>
              <a:t> command</a:t>
            </a:r>
            <a:endParaRPr lang="en" sz="1400" dirty="0">
              <a:solidFill>
                <a:schemeClr val="dk2"/>
              </a:solidFill>
            </a:endParaRPr>
          </a:p>
        </p:txBody>
      </p:sp>
      <p:cxnSp>
        <p:nvCxnSpPr>
          <p:cNvPr id="187" name="Shape 187"/>
          <p:cNvCxnSpPr/>
          <p:nvPr/>
        </p:nvCxnSpPr>
        <p:spPr>
          <a:xfrm>
            <a:off x="3810000" y="3296200"/>
            <a:ext cx="0" cy="667800"/>
          </a:xfrm>
          <a:prstGeom prst="straightConnector1">
            <a:avLst/>
          </a:prstGeom>
          <a:noFill/>
          <a:ln w="9525" cap="flat" cmpd="sng">
            <a:solidFill>
              <a:schemeClr val="dk2"/>
            </a:solidFill>
            <a:prstDash val="solid"/>
            <a:round/>
            <a:headEnd type="none" w="lg" len="lg"/>
            <a:tailEnd type="oval" w="lg" len="lg"/>
          </a:ln>
        </p:spPr>
      </p:cxnSp>
      <p:sp>
        <p:nvSpPr>
          <p:cNvPr id="188" name="Shape 188"/>
          <p:cNvSpPr txBox="1">
            <a:spLocks noGrp="1"/>
          </p:cNvSpPr>
          <p:nvPr>
            <p:ph type="title"/>
          </p:nvPr>
        </p:nvSpPr>
        <p:spPr>
          <a:xfrm>
            <a:off x="3857062" y="3722041"/>
            <a:ext cx="2476524" cy="392100"/>
          </a:xfrm>
          <a:prstGeom prst="rect">
            <a:avLst/>
          </a:prstGeom>
        </p:spPr>
        <p:txBody>
          <a:bodyPr lIns="91425" tIns="91425" rIns="91425" bIns="91425" anchor="ctr" anchorCtr="0">
            <a:noAutofit/>
          </a:bodyPr>
          <a:lstStyle/>
          <a:p>
            <a:pPr lvl="0" rtl="0">
              <a:spcBef>
                <a:spcPts val="0"/>
              </a:spcBef>
              <a:buNone/>
            </a:pPr>
            <a:r>
              <a:rPr lang="en-US" sz="1800" dirty="0">
                <a:solidFill>
                  <a:schemeClr val="dk1"/>
                </a:solidFill>
              </a:rPr>
              <a:t>Updating items</a:t>
            </a:r>
            <a:endParaRPr lang="en" sz="1800" dirty="0">
              <a:solidFill>
                <a:schemeClr val="dk1"/>
              </a:solidFill>
            </a:endParaRPr>
          </a:p>
        </p:txBody>
      </p:sp>
      <p:sp>
        <p:nvSpPr>
          <p:cNvPr id="189" name="Shape 189"/>
          <p:cNvSpPr txBox="1">
            <a:spLocks noGrp="1"/>
          </p:cNvSpPr>
          <p:nvPr>
            <p:ph type="body" idx="1"/>
          </p:nvPr>
        </p:nvSpPr>
        <p:spPr>
          <a:xfrm>
            <a:off x="3857062" y="4012067"/>
            <a:ext cx="1814099" cy="578700"/>
          </a:xfrm>
          <a:prstGeom prst="rect">
            <a:avLst/>
          </a:prstGeom>
        </p:spPr>
        <p:txBody>
          <a:bodyPr lIns="91425" tIns="91425" rIns="91425" bIns="91425" anchor="t" anchorCtr="0">
            <a:noAutofit/>
          </a:bodyPr>
          <a:lstStyle/>
          <a:p>
            <a:pPr lvl="0" rtl="0">
              <a:spcBef>
                <a:spcPts val="0"/>
              </a:spcBef>
              <a:buNone/>
            </a:pPr>
            <a:r>
              <a:rPr lang="en-US" sz="1400" dirty="0">
                <a:solidFill>
                  <a:schemeClr val="dk2"/>
                </a:solidFill>
              </a:rPr>
              <a:t>The </a:t>
            </a:r>
            <a:r>
              <a:rPr lang="en-US" sz="1400" b="1" i="1" dirty="0">
                <a:solidFill>
                  <a:schemeClr val="dk2"/>
                </a:solidFill>
              </a:rPr>
              <a:t>Update</a:t>
            </a:r>
            <a:r>
              <a:rPr lang="en-US" sz="1400" dirty="0">
                <a:solidFill>
                  <a:schemeClr val="dk2"/>
                </a:solidFill>
              </a:rPr>
              <a:t> command</a:t>
            </a:r>
            <a:endParaRPr lang="en" sz="1400" dirty="0">
              <a:solidFill>
                <a:schemeClr val="dk2"/>
              </a:solidFill>
            </a:endParaRPr>
          </a:p>
        </p:txBody>
      </p:sp>
      <p:cxnSp>
        <p:nvCxnSpPr>
          <p:cNvPr id="190" name="Shape 190"/>
          <p:cNvCxnSpPr/>
          <p:nvPr/>
        </p:nvCxnSpPr>
        <p:spPr>
          <a:xfrm rot="10800000">
            <a:off x="5619900" y="2145262"/>
            <a:ext cx="0" cy="1167900"/>
          </a:xfrm>
          <a:prstGeom prst="straightConnector1">
            <a:avLst/>
          </a:prstGeom>
          <a:noFill/>
          <a:ln w="9525" cap="flat" cmpd="sng">
            <a:solidFill>
              <a:schemeClr val="dk2"/>
            </a:solidFill>
            <a:prstDash val="solid"/>
            <a:round/>
            <a:headEnd type="none" w="lg" len="lg"/>
            <a:tailEnd type="oval" w="lg" len="lg"/>
          </a:ln>
        </p:spPr>
      </p:cxnSp>
      <p:sp>
        <p:nvSpPr>
          <p:cNvPr id="191" name="Shape 191"/>
          <p:cNvSpPr txBox="1">
            <a:spLocks noGrp="1"/>
          </p:cNvSpPr>
          <p:nvPr>
            <p:ph type="title"/>
          </p:nvPr>
        </p:nvSpPr>
        <p:spPr>
          <a:xfrm>
            <a:off x="5666960" y="1995911"/>
            <a:ext cx="2516113" cy="392100"/>
          </a:xfrm>
          <a:prstGeom prst="rect">
            <a:avLst/>
          </a:prstGeom>
        </p:spPr>
        <p:txBody>
          <a:bodyPr lIns="91425" tIns="91425" rIns="91425" bIns="91425" anchor="ctr" anchorCtr="0">
            <a:noAutofit/>
          </a:bodyPr>
          <a:lstStyle/>
          <a:p>
            <a:pPr lvl="0" rtl="0">
              <a:spcBef>
                <a:spcPts val="0"/>
              </a:spcBef>
              <a:buNone/>
            </a:pPr>
            <a:r>
              <a:rPr lang="en-US" sz="1800" dirty="0">
                <a:solidFill>
                  <a:schemeClr val="dk1"/>
                </a:solidFill>
              </a:rPr>
              <a:t>Displaying our to-do list</a:t>
            </a:r>
            <a:endParaRPr lang="en" sz="1800" dirty="0">
              <a:solidFill>
                <a:schemeClr val="dk1"/>
              </a:solidFill>
            </a:endParaRPr>
          </a:p>
        </p:txBody>
      </p:sp>
      <p:sp>
        <p:nvSpPr>
          <p:cNvPr id="192" name="Shape 192"/>
          <p:cNvSpPr txBox="1">
            <a:spLocks noGrp="1"/>
          </p:cNvSpPr>
          <p:nvPr>
            <p:ph type="body" idx="1"/>
          </p:nvPr>
        </p:nvSpPr>
        <p:spPr>
          <a:xfrm>
            <a:off x="5666961" y="2285937"/>
            <a:ext cx="1814100" cy="578700"/>
          </a:xfrm>
          <a:prstGeom prst="rect">
            <a:avLst/>
          </a:prstGeom>
        </p:spPr>
        <p:txBody>
          <a:bodyPr lIns="91425" tIns="91425" rIns="91425" bIns="91425" anchor="t" anchorCtr="0">
            <a:noAutofit/>
          </a:bodyPr>
          <a:lstStyle/>
          <a:p>
            <a:pPr lvl="0" rtl="0">
              <a:spcBef>
                <a:spcPts val="0"/>
              </a:spcBef>
              <a:buNone/>
            </a:pPr>
            <a:r>
              <a:rPr lang="en-US" sz="1400" dirty="0">
                <a:solidFill>
                  <a:schemeClr val="dk2"/>
                </a:solidFill>
              </a:rPr>
              <a:t>The </a:t>
            </a:r>
            <a:r>
              <a:rPr lang="en-US" sz="1400" b="1" i="1" dirty="0">
                <a:solidFill>
                  <a:schemeClr val="dk2"/>
                </a:solidFill>
              </a:rPr>
              <a:t>List</a:t>
            </a:r>
            <a:r>
              <a:rPr lang="en-US" sz="1400" dirty="0">
                <a:solidFill>
                  <a:schemeClr val="dk2"/>
                </a:solidFill>
              </a:rPr>
              <a:t> command</a:t>
            </a:r>
            <a:endParaRPr lang="en" sz="1400" dirty="0">
              <a:solidFill>
                <a:schemeClr val="dk2"/>
              </a:solidFill>
            </a:endParaRPr>
          </a:p>
        </p:txBody>
      </p:sp>
      <p:sp>
        <p:nvSpPr>
          <p:cNvPr id="193" name="Shape 193"/>
          <p:cNvSpPr txBox="1">
            <a:spLocks noGrp="1"/>
          </p:cNvSpPr>
          <p:nvPr>
            <p:ph type="title"/>
          </p:nvPr>
        </p:nvSpPr>
        <p:spPr>
          <a:xfrm>
            <a:off x="471900" y="738725"/>
            <a:ext cx="8222100" cy="767700"/>
          </a:xfrm>
          <a:prstGeom prst="rect">
            <a:avLst/>
          </a:prstGeom>
        </p:spPr>
        <p:txBody>
          <a:bodyPr lIns="91425" tIns="91425" rIns="91425" bIns="91425" anchor="b" anchorCtr="0">
            <a:noAutofit/>
          </a:bodyPr>
          <a:lstStyle/>
          <a:p>
            <a:pPr lvl="0" rtl="0">
              <a:spcBef>
                <a:spcPts val="0"/>
              </a:spcBef>
              <a:buNone/>
            </a:pPr>
            <a:r>
              <a:rPr lang="en"/>
              <a:t>What We’ll Learn</a:t>
            </a:r>
          </a:p>
        </p:txBody>
      </p:sp>
      <p:cxnSp>
        <p:nvCxnSpPr>
          <p:cNvPr id="21" name="Shape 187">
            <a:extLst>
              <a:ext uri="{FF2B5EF4-FFF2-40B4-BE49-F238E27FC236}">
                <a16:creationId xmlns:a16="http://schemas.microsoft.com/office/drawing/2014/main" id="{E1CEE12E-6BEA-4332-9B16-3DA17EEABEE1}"/>
              </a:ext>
            </a:extLst>
          </p:cNvPr>
          <p:cNvCxnSpPr/>
          <p:nvPr/>
        </p:nvCxnSpPr>
        <p:spPr>
          <a:xfrm>
            <a:off x="6172200" y="3299414"/>
            <a:ext cx="0" cy="667800"/>
          </a:xfrm>
          <a:prstGeom prst="straightConnector1">
            <a:avLst/>
          </a:prstGeom>
          <a:noFill/>
          <a:ln w="9525" cap="flat" cmpd="sng">
            <a:solidFill>
              <a:schemeClr val="dk2"/>
            </a:solidFill>
            <a:prstDash val="solid"/>
            <a:round/>
            <a:headEnd type="none" w="lg" len="lg"/>
            <a:tailEnd type="oval" w="lg" len="lg"/>
          </a:ln>
        </p:spPr>
      </p:cxnSp>
      <p:grpSp>
        <p:nvGrpSpPr>
          <p:cNvPr id="2" name="Shape 194"/>
          <p:cNvGrpSpPr/>
          <p:nvPr/>
        </p:nvGrpSpPr>
        <p:grpSpPr>
          <a:xfrm>
            <a:off x="383437" y="2992212"/>
            <a:ext cx="8377136" cy="667800"/>
            <a:chOff x="383437" y="2845250"/>
            <a:chExt cx="8377136" cy="667800"/>
          </a:xfrm>
        </p:grpSpPr>
        <p:sp>
          <p:nvSpPr>
            <p:cNvPr id="195" name="Shape 195"/>
            <p:cNvSpPr/>
            <p:nvPr/>
          </p:nvSpPr>
          <p:spPr>
            <a:xfrm rot="5400000">
              <a:off x="8137924" y="2890400"/>
              <a:ext cx="667800" cy="577500"/>
            </a:xfrm>
            <a:prstGeom prst="triangle">
              <a:avLst>
                <a:gd name="adj" fmla="val 50000"/>
              </a:avLst>
            </a:prstGeom>
            <a:solidFill>
              <a:srgbClr val="4285F4"/>
            </a:solidFill>
            <a:ln>
              <a:noFill/>
            </a:ln>
          </p:spPr>
          <p:txBody>
            <a:bodyPr lIns="91425" tIns="91425" rIns="91425" bIns="91425" anchor="ctr" anchorCtr="0">
              <a:noAutofit/>
            </a:bodyPr>
            <a:lstStyle/>
            <a:p>
              <a:pPr lvl="0">
                <a:spcBef>
                  <a:spcPts val="0"/>
                </a:spcBef>
                <a:buNone/>
              </a:pPr>
              <a:endParaRPr/>
            </a:p>
          </p:txBody>
        </p:sp>
        <p:sp>
          <p:nvSpPr>
            <p:cNvPr id="196" name="Shape 196"/>
            <p:cNvSpPr/>
            <p:nvPr/>
          </p:nvSpPr>
          <p:spPr>
            <a:xfrm>
              <a:off x="383437" y="3057650"/>
              <a:ext cx="7904700" cy="243000"/>
            </a:xfrm>
            <a:prstGeom prst="rect">
              <a:avLst/>
            </a:prstGeom>
            <a:solidFill>
              <a:srgbClr val="4285F4"/>
            </a:solidFill>
            <a:ln>
              <a:noFill/>
            </a:ln>
          </p:spPr>
          <p:txBody>
            <a:bodyPr lIns="91425" tIns="91425" rIns="91425" bIns="91425" anchor="ctr" anchorCtr="0">
              <a:noAutofit/>
            </a:bodyPr>
            <a:lstStyle/>
            <a:p>
              <a:pPr lvl="0">
                <a:spcBef>
                  <a:spcPts val="0"/>
                </a:spcBef>
                <a:buNone/>
              </a:pPr>
              <a:endParaRPr/>
            </a:p>
          </p:txBody>
        </p:sp>
      </p:grpSp>
      <p:sp>
        <p:nvSpPr>
          <p:cNvPr id="22" name="Shape 188">
            <a:extLst>
              <a:ext uri="{FF2B5EF4-FFF2-40B4-BE49-F238E27FC236}">
                <a16:creationId xmlns:a16="http://schemas.microsoft.com/office/drawing/2014/main" id="{9DA5364A-D9E7-4BEB-973A-0DB39C1FA908}"/>
              </a:ext>
            </a:extLst>
          </p:cNvPr>
          <p:cNvSpPr txBox="1">
            <a:spLocks/>
          </p:cNvSpPr>
          <p:nvPr/>
        </p:nvSpPr>
        <p:spPr>
          <a:xfrm>
            <a:off x="6219262" y="3725255"/>
            <a:ext cx="2476524" cy="392100"/>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ct val="100000"/>
              <a:buFont typeface="Calibri"/>
              <a:buNone/>
              <a:defRPr sz="3200" b="0" i="0" u="none" strike="noStrike" cap="none">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r>
              <a:rPr lang="en-US" sz="1800">
                <a:solidFill>
                  <a:schemeClr val="dk1"/>
                </a:solidFill>
              </a:rPr>
              <a:t>Other commands</a:t>
            </a:r>
            <a:endParaRPr lang="en" sz="1800" dirty="0">
              <a:solidFill>
                <a:schemeClr val="dk1"/>
              </a:solidFill>
            </a:endParaRPr>
          </a:p>
        </p:txBody>
      </p:sp>
      <p:sp>
        <p:nvSpPr>
          <p:cNvPr id="23" name="Shape 189">
            <a:extLst>
              <a:ext uri="{FF2B5EF4-FFF2-40B4-BE49-F238E27FC236}">
                <a16:creationId xmlns:a16="http://schemas.microsoft.com/office/drawing/2014/main" id="{C9B4AF05-528F-4FD7-9480-453B702E0E21}"/>
              </a:ext>
            </a:extLst>
          </p:cNvPr>
          <p:cNvSpPr txBox="1">
            <a:spLocks/>
          </p:cNvSpPr>
          <p:nvPr/>
        </p:nvSpPr>
        <p:spPr>
          <a:xfrm>
            <a:off x="6219262" y="4015281"/>
            <a:ext cx="2315138" cy="578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1600"/>
              </a:spcAft>
              <a:buClr>
                <a:srgbClr val="434343"/>
              </a:buClr>
              <a:buSzPct val="100000"/>
              <a:buFont typeface="Calibri"/>
              <a:buNone/>
              <a:defRPr sz="2000" b="0" i="0" u="none" strike="noStrike" cap="none">
                <a:solidFill>
                  <a:srgbClr val="434343"/>
                </a:solidFill>
                <a:latin typeface="Calibri"/>
                <a:ea typeface="Calibri"/>
                <a:cs typeface="Calibri"/>
                <a:sym typeface="Calibri"/>
              </a:defRPr>
            </a:lvl1pPr>
            <a:lvl2pPr marR="0" lvl="1" algn="l" rtl="0">
              <a:lnSpc>
                <a:spcPct val="115000"/>
              </a:lnSpc>
              <a:spcBef>
                <a:spcPts val="0"/>
              </a:spcBef>
              <a:spcAft>
                <a:spcPts val="1600"/>
              </a:spcAft>
              <a:buClr>
                <a:srgbClr val="434343"/>
              </a:buClr>
              <a:buSzPct val="100000"/>
              <a:buFont typeface="Calibri"/>
              <a:buNone/>
              <a:defRPr sz="1800" b="0" i="0" u="none" strike="noStrike" cap="none">
                <a:solidFill>
                  <a:srgbClr val="434343"/>
                </a:solidFill>
                <a:latin typeface="Calibri"/>
                <a:ea typeface="Calibri"/>
                <a:cs typeface="Calibri"/>
                <a:sym typeface="Calibri"/>
              </a:defRPr>
            </a:lvl2pPr>
            <a:lvl3pPr marR="0" lvl="2" algn="l" rtl="0">
              <a:lnSpc>
                <a:spcPct val="115000"/>
              </a:lnSpc>
              <a:spcBef>
                <a:spcPts val="0"/>
              </a:spcBef>
              <a:spcAft>
                <a:spcPts val="1600"/>
              </a:spcAft>
              <a:buClr>
                <a:srgbClr val="434343"/>
              </a:buClr>
              <a:buSzPct val="100000"/>
              <a:buFont typeface="Calibri"/>
              <a:buNone/>
              <a:defRPr sz="1600" b="0" i="0" u="none" strike="noStrike" cap="none">
                <a:solidFill>
                  <a:srgbClr val="434343"/>
                </a:solidFill>
                <a:latin typeface="Calibri"/>
                <a:ea typeface="Calibri"/>
                <a:cs typeface="Calibri"/>
                <a:sym typeface="Calibri"/>
              </a:defRPr>
            </a:lvl3pPr>
            <a:lvl4pPr marR="0" lvl="3" algn="l" rtl="0">
              <a:lnSpc>
                <a:spcPct val="115000"/>
              </a:lnSpc>
              <a:spcBef>
                <a:spcPts val="0"/>
              </a:spcBef>
              <a:spcAft>
                <a:spcPts val="1600"/>
              </a:spcAft>
              <a:buClr>
                <a:srgbClr val="434343"/>
              </a:buClr>
              <a:buFont typeface="Calibri"/>
              <a:buNone/>
              <a:defRPr sz="1400" b="0" i="0" u="none" strike="noStrike" cap="none">
                <a:solidFill>
                  <a:srgbClr val="434343"/>
                </a:solidFill>
                <a:latin typeface="Calibri"/>
                <a:ea typeface="Calibri"/>
                <a:cs typeface="Calibri"/>
                <a:sym typeface="Calibri"/>
              </a:defRPr>
            </a:lvl4pPr>
            <a:lvl5pPr marR="0" lvl="4" algn="l" rtl="0">
              <a:lnSpc>
                <a:spcPct val="115000"/>
              </a:lnSpc>
              <a:spcBef>
                <a:spcPts val="0"/>
              </a:spcBef>
              <a:spcAft>
                <a:spcPts val="1600"/>
              </a:spcAft>
              <a:buClr>
                <a:srgbClr val="434343"/>
              </a:buClr>
              <a:buFont typeface="Calibri"/>
              <a:buNone/>
              <a:defRPr sz="1400" b="0" i="0" u="none" strike="noStrike" cap="none">
                <a:solidFill>
                  <a:srgbClr val="434343"/>
                </a:solidFill>
                <a:latin typeface="Calibri"/>
                <a:ea typeface="Calibri"/>
                <a:cs typeface="Calibri"/>
                <a:sym typeface="Calibri"/>
              </a:defRPr>
            </a:lvl5pPr>
            <a:lvl6pPr marR="0" lvl="5" algn="l" rtl="0">
              <a:lnSpc>
                <a:spcPct val="115000"/>
              </a:lnSpc>
              <a:spcBef>
                <a:spcPts val="0"/>
              </a:spcBef>
              <a:spcAft>
                <a:spcPts val="1600"/>
              </a:spcAft>
              <a:buClr>
                <a:srgbClr val="434343"/>
              </a:buClr>
              <a:buFont typeface="Calibri"/>
              <a:buNone/>
              <a:defRPr sz="1400" b="0" i="0" u="none" strike="noStrike" cap="none">
                <a:solidFill>
                  <a:srgbClr val="434343"/>
                </a:solidFill>
                <a:latin typeface="Calibri"/>
                <a:ea typeface="Calibri"/>
                <a:cs typeface="Calibri"/>
                <a:sym typeface="Calibri"/>
              </a:defRPr>
            </a:lvl6pPr>
            <a:lvl7pPr marR="0" lvl="6" algn="l" rtl="0">
              <a:lnSpc>
                <a:spcPct val="115000"/>
              </a:lnSpc>
              <a:spcBef>
                <a:spcPts val="0"/>
              </a:spcBef>
              <a:spcAft>
                <a:spcPts val="1600"/>
              </a:spcAft>
              <a:buClr>
                <a:srgbClr val="434343"/>
              </a:buClr>
              <a:buFont typeface="Calibri"/>
              <a:buNone/>
              <a:defRPr sz="1400" b="0" i="0" u="none" strike="noStrike" cap="none">
                <a:solidFill>
                  <a:srgbClr val="434343"/>
                </a:solidFill>
                <a:latin typeface="Calibri"/>
                <a:ea typeface="Calibri"/>
                <a:cs typeface="Calibri"/>
                <a:sym typeface="Calibri"/>
              </a:defRPr>
            </a:lvl7pPr>
            <a:lvl8pPr marR="0" lvl="7" algn="l" rtl="0">
              <a:lnSpc>
                <a:spcPct val="115000"/>
              </a:lnSpc>
              <a:spcBef>
                <a:spcPts val="0"/>
              </a:spcBef>
              <a:spcAft>
                <a:spcPts val="1600"/>
              </a:spcAft>
              <a:buClr>
                <a:srgbClr val="434343"/>
              </a:buClr>
              <a:buFont typeface="Calibri"/>
              <a:buNone/>
              <a:defRPr sz="1400" b="0" i="0" u="none" strike="noStrike" cap="none">
                <a:solidFill>
                  <a:srgbClr val="434343"/>
                </a:solidFill>
                <a:latin typeface="Calibri"/>
                <a:ea typeface="Calibri"/>
                <a:cs typeface="Calibri"/>
                <a:sym typeface="Calibri"/>
              </a:defRPr>
            </a:lvl8pPr>
            <a:lvl9pPr marR="0" lvl="8" algn="l" rtl="0">
              <a:lnSpc>
                <a:spcPct val="115000"/>
              </a:lnSpc>
              <a:spcBef>
                <a:spcPts val="0"/>
              </a:spcBef>
              <a:spcAft>
                <a:spcPts val="1600"/>
              </a:spcAft>
              <a:buClr>
                <a:srgbClr val="434343"/>
              </a:buClr>
              <a:buFont typeface="Calibri"/>
              <a:buNone/>
              <a:defRPr sz="1400" b="0" i="0" u="none" strike="noStrike" cap="none">
                <a:solidFill>
                  <a:srgbClr val="434343"/>
                </a:solidFill>
                <a:latin typeface="Calibri"/>
                <a:ea typeface="Calibri"/>
                <a:cs typeface="Calibri"/>
                <a:sym typeface="Calibri"/>
              </a:defRPr>
            </a:lvl9pPr>
          </a:lstStyle>
          <a:p>
            <a:r>
              <a:rPr lang="en-US" sz="1400" dirty="0">
                <a:solidFill>
                  <a:schemeClr val="dk2"/>
                </a:solidFill>
              </a:rPr>
              <a:t>The </a:t>
            </a:r>
            <a:r>
              <a:rPr lang="en-US" sz="1400" b="1" i="1" dirty="0">
                <a:solidFill>
                  <a:schemeClr val="dk2"/>
                </a:solidFill>
              </a:rPr>
              <a:t>Info</a:t>
            </a:r>
            <a:r>
              <a:rPr lang="en-US" sz="1400" dirty="0">
                <a:solidFill>
                  <a:schemeClr val="dk2"/>
                </a:solidFill>
              </a:rPr>
              <a:t> and </a:t>
            </a:r>
            <a:r>
              <a:rPr lang="en-US" sz="1400" b="1" i="1" dirty="0" err="1">
                <a:solidFill>
                  <a:schemeClr val="dk2"/>
                </a:solidFill>
              </a:rPr>
              <a:t>Init</a:t>
            </a:r>
            <a:r>
              <a:rPr lang="en-US" sz="1400" dirty="0">
                <a:solidFill>
                  <a:schemeClr val="dk2"/>
                </a:solidFill>
              </a:rPr>
              <a:t> commands</a:t>
            </a:r>
            <a:endParaRPr lang="en" sz="1400" dirty="0">
              <a:solidFill>
                <a:schemeClr val="dk2"/>
              </a:solidFill>
            </a:endParaRPr>
          </a:p>
        </p:txBody>
      </p:sp>
    </p:spTree>
    <p:extLst>
      <p:ext uri="{BB962C8B-B14F-4D97-AF65-F5344CB8AC3E}">
        <p14:creationId xmlns:p14="http://schemas.microsoft.com/office/powerpoint/2010/main" val="1253106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a:t>Reading items</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Interacting with our data</a:t>
            </a:r>
            <a:endParaRPr lang="e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a:t>In </a:t>
            </a:r>
            <a:r>
              <a:rPr lang="en-US" sz="2200"/>
              <a:t>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a:solidFill>
                  <a:srgbClr val="434343"/>
                </a:solidFill>
              </a:rPr>
              <a:t>Reading items from disc</a:t>
            </a:r>
          </a:p>
          <a:p>
            <a:pPr marL="457200" lvl="0" indent="-355600" rtl="0">
              <a:spcBef>
                <a:spcPts val="0"/>
              </a:spcBef>
              <a:buClr>
                <a:srgbClr val="434343"/>
              </a:buClr>
              <a:buSzPct val="100000"/>
              <a:buChar char="●"/>
            </a:pPr>
            <a:r>
              <a:rPr lang="en-US" sz="2000" dirty="0">
                <a:solidFill>
                  <a:srgbClr val="434343"/>
                </a:solidFill>
              </a:rPr>
              <a:t>Implementing the </a:t>
            </a:r>
            <a:r>
              <a:rPr lang="en-US" sz="2000" b="1" i="1" dirty="0">
                <a:solidFill>
                  <a:srgbClr val="434343"/>
                </a:solidFill>
              </a:rPr>
              <a:t>View</a:t>
            </a:r>
            <a:r>
              <a:rPr lang="en-US" sz="2000" dirty="0">
                <a:solidFill>
                  <a:srgbClr val="434343"/>
                </a:solidFill>
              </a:rPr>
              <a:t> command in </a:t>
            </a:r>
            <a:r>
              <a:rPr lang="en-US" sz="2000">
                <a:solidFill>
                  <a:srgbClr val="434343"/>
                </a:solidFill>
              </a:rPr>
              <a:t>our program</a:t>
            </a:r>
            <a:endParaRPr lang="en-US" sz="2000" dirty="0">
              <a:solidFill>
                <a:srgbClr val="434343"/>
              </a:solidFill>
            </a:endParaRPr>
          </a:p>
        </p:txBody>
      </p:sp>
    </p:spTree>
    <p:extLst>
      <p:ext uri="{BB962C8B-B14F-4D97-AF65-F5344CB8AC3E}">
        <p14:creationId xmlns:p14="http://schemas.microsoft.com/office/powerpoint/2010/main" val="1274327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
              <a:t>Next Video</a:t>
            </a:r>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rtl="0">
              <a:spcBef>
                <a:spcPts val="0"/>
              </a:spcBef>
              <a:buNone/>
            </a:pPr>
            <a:r>
              <a:rPr lang="en-US" dirty="0"/>
              <a:t>Creating items</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252</TotalTime>
  <Words>197</Words>
  <Application>Microsoft Office PowerPoint</Application>
  <PresentationFormat>On-screen Show (16:9)</PresentationFormat>
  <Paragraphs>29</Paragraphs>
  <Slides>5</Slides>
  <Notes>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vt:i4>
      </vt:variant>
    </vt:vector>
  </HeadingPairs>
  <TitlesOfParts>
    <vt:vector size="11" baseType="lpstr">
      <vt:lpstr>Arial</vt:lpstr>
      <vt:lpstr>Calibri</vt:lpstr>
      <vt:lpstr>Roboto</vt:lpstr>
      <vt:lpstr>Wingdings</vt:lpstr>
      <vt:lpstr>Packt</vt:lpstr>
      <vt:lpstr>Packt</vt:lpstr>
      <vt:lpstr>Interacting with our data</vt:lpstr>
      <vt:lpstr>Reading items</vt:lpstr>
      <vt:lpstr>Reading items</vt:lpstr>
      <vt:lpstr>In this video, we’re going to take a look at…</vt:lpstr>
      <vt:lpstr>Next Video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55</cp:revision>
  <dcterms:modified xsi:type="dcterms:W3CDTF">2017-07-24T16:35:15Z</dcterms:modified>
</cp:coreProperties>
</file>