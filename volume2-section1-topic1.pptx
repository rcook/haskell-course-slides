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57" r:id="rId3"/>
    <p:sldId id="267" r:id="rId4"/>
    <p:sldId id="258" r:id="rId5"/>
    <p:sldId id="259" r:id="rId6"/>
    <p:sldId id="270" r:id="rId7"/>
    <p:sldId id="271" r:id="rId8"/>
    <p:sldId id="272" r:id="rId9"/>
    <p:sldId id="273" r:id="rId10"/>
    <p:sldId id="275" r:id="rId11"/>
    <p:sldId id="274" r:id="rId12"/>
    <p:sldId id="276" r:id="rId13"/>
    <p:sldId id="277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358"/>
  </p:normalViewPr>
  <p:slideViewPr>
    <p:cSldViewPr snapToGrid="0">
      <p:cViewPr varScale="1">
        <p:scale>
          <a:sx n="40" d="100"/>
          <a:sy n="40" d="100"/>
        </p:scale>
        <p:origin x="7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85FA7-C0FE-1043-BE6D-D5D85B1C524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638D0-195B-BA44-9ED4-8AFD6DBC2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6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388960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Writing Haskell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023" y="1004720"/>
            <a:ext cx="7100506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502275" y="2492127"/>
            <a:ext cx="3204752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Section 1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4885" y="3279936"/>
            <a:ext cx="9357587" cy="1422804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The edit, build, execute and test cycle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023" y="6139553"/>
            <a:ext cx="3743261" cy="43811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defTabSz="1088268">
              <a:defRPr/>
            </a:pPr>
            <a:r>
              <a:rPr lang="en-US" sz="2133" kern="0" dirty="0">
                <a:solidFill>
                  <a:prstClr val="white"/>
                </a:solidFill>
              </a:rPr>
              <a:t>www.packtpub.com</a:t>
            </a:r>
            <a:endParaRPr lang="en-IN" sz="2133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83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Section,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Developing Haskell programs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Creating Haskell projects with Stack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Building, running and testing with Stack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Hints and tips for increasing your productivity</a:t>
            </a:r>
          </a:p>
        </p:txBody>
      </p:sp>
    </p:spTree>
    <p:extLst>
      <p:ext uri="{BB962C8B-B14F-4D97-AF65-F5344CB8AC3E}">
        <p14:creationId xmlns:p14="http://schemas.microsoft.com/office/powerpoint/2010/main" val="294608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Writing Haskell Programs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1.1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Developing Haskell programs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Choice of text editor or integrated development environment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Choice of build tools for our Haskell projects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What is Cabal?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Why Stack?</a:t>
            </a: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Haskell editors and IDEs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695089"/>
              </p:ext>
            </p:extLst>
          </p:nvPr>
        </p:nvGraphicFramePr>
        <p:xfrm>
          <a:off x="2032000" y="1829245"/>
          <a:ext cx="8128000" cy="3200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https://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atom.io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Visual Studio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https://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code.visualstudio.com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IntelliJ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https://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www.jetbrains.com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/idea/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Leksah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http://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leksah.org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http://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www.vim.org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Emacs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https://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www.gnu.org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/software/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emacs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Sublime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https://</a:t>
                      </a:r>
                      <a:r>
                        <a:rPr lang="en-US" sz="1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www.sublimetext.com</a:t>
                      </a:r>
                      <a:r>
                        <a:rPr lang="en-US" sz="1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37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My Atom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4540324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I use regular, stable releases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In this video, I’m using 1.15.0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Plugins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language-</a:t>
            </a:r>
            <a:r>
              <a:rPr lang="en-US" sz="2399" b="1" i="1" dirty="0" err="1">
                <a:solidFill>
                  <a:prstClr val="white"/>
                </a:solidFill>
                <a:latin typeface="Segoe UI Light" panose="020B0502040204020203" pitchFamily="34" charset="0"/>
              </a:rPr>
              <a:t>haskell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with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tab length 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set to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four spaces</a:t>
            </a:r>
            <a:endParaRPr lang="en-US" sz="2399" b="1" i="1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 err="1">
                <a:solidFill>
                  <a:prstClr val="white"/>
                </a:solidFill>
                <a:latin typeface="Segoe UI Light" panose="020B0502040204020203" pitchFamily="34" charset="0"/>
              </a:rPr>
              <a:t>platformio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-ide-terminal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maximize-panes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Customization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Disable 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snippets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plugin because it annoys me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Auto-indent on paste disabled</a:t>
            </a:r>
          </a:p>
        </p:txBody>
      </p:sp>
    </p:spTree>
    <p:extLst>
      <p:ext uri="{BB962C8B-B14F-4D97-AF65-F5344CB8AC3E}">
        <p14:creationId xmlns:p14="http://schemas.microsoft.com/office/powerpoint/2010/main" val="34467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Real Haskell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432713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Real programs consist of more than one source file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Multiple targets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Custom compiler options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Version control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Metadata required for publishing packages</a:t>
            </a:r>
          </a:p>
        </p:txBody>
      </p:sp>
    </p:spTree>
    <p:extLst>
      <p:ext uri="{BB962C8B-B14F-4D97-AF65-F5344CB8AC3E}">
        <p14:creationId xmlns:p14="http://schemas.microsoft.com/office/powerpoint/2010/main" val="539104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What about </a:t>
            </a:r>
            <a:r>
              <a:rPr lang="en-US" sz="3599" kern="0" dirty="0" err="1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Makefiles</a:t>
            </a: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 and scripts?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GNU Make is a great piece of software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Doesn’t run on Windows without a </a:t>
            </a: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Posix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emulation layer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Doesn’t know anything about the specifics of Haskell programs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Handwritten build scripts are OK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Not platform-agnostic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Not designed for managing dependencies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Some of them are just plain ugly and difficult to maintain</a:t>
            </a:r>
          </a:p>
        </p:txBody>
      </p:sp>
    </p:spTree>
    <p:extLst>
      <p:ext uri="{BB962C8B-B14F-4D97-AF65-F5344CB8AC3E}">
        <p14:creationId xmlns:p14="http://schemas.microsoft.com/office/powerpoint/2010/main" val="172263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What about </a:t>
            </a:r>
            <a:r>
              <a:rPr lang="en-US" sz="3599" kern="0" dirty="0" err="1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Makefiles</a:t>
            </a: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 and scripts?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GNU Make is a great piece of software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Doesn’t run on Windows without a </a:t>
            </a: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Posix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emulation layer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Doesn’t know anything about the specifics of Haskell programs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Handwritten build scripts are OK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Not platform-agnostic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Not designed for managing dependencies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Some of them are just plain ugly and difficult to maintain</a:t>
            </a:r>
          </a:p>
        </p:txBody>
      </p:sp>
    </p:spTree>
    <p:extLst>
      <p:ext uri="{BB962C8B-B14F-4D97-AF65-F5344CB8AC3E}">
        <p14:creationId xmlns:p14="http://schemas.microsoft.com/office/powerpoint/2010/main" val="68039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Other build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Many, many other systems exist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Could, in principle, use a </a:t>
            </a: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metabuild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system such as </a:t>
            </a: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CMake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Shake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257732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Cabal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“Common Architecture for Building Applications and Libraries”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Confusingly, “Cabal” is three separate things: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Cabal-the-specification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Cabal-the-library</a:t>
            </a:r>
          </a:p>
          <a:p>
            <a:pPr marL="797288" lvl="1" indent="-340088" defTabSz="1088268">
              <a:buFont typeface="Arial" panose="020B0604020202020204" pitchFamily="34" charset="0"/>
              <a:buChar char="•"/>
            </a:pP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Cabel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-the-tool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Cabal-the-library is used by other tools including Stack</a:t>
            </a:r>
          </a:p>
        </p:txBody>
      </p:sp>
    </p:spTree>
    <p:extLst>
      <p:ext uri="{BB962C8B-B14F-4D97-AF65-F5344CB8AC3E}">
        <p14:creationId xmlns:p14="http://schemas.microsoft.com/office/powerpoint/2010/main" val="43061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What does Stack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432713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Created to address one of many of Haskell’s tooling problems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Produces consistent and repeatable builds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Manages installation of compiler and packages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Building one project doesn’t compromise other projects on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your system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Sandboxes packages and applications from one another</a:t>
            </a:r>
          </a:p>
        </p:txBody>
      </p:sp>
    </p:spTree>
    <p:extLst>
      <p:ext uri="{BB962C8B-B14F-4D97-AF65-F5344CB8AC3E}">
        <p14:creationId xmlns:p14="http://schemas.microsoft.com/office/powerpoint/2010/main" val="14455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>
                <a:solidFill>
                  <a:prstClr val="white"/>
                </a:solidFill>
                <a:latin typeface="Segoe UI Light" panose="020B0502040204020203" pitchFamily="34" charset="0"/>
              </a:rPr>
              <a:t>Cabal files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449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Century Gothic</vt:lpstr>
      <vt:lpstr>Courier New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77</cp:revision>
  <dcterms:created xsi:type="dcterms:W3CDTF">2015-06-11T06:54:04Z</dcterms:created>
  <dcterms:modified xsi:type="dcterms:W3CDTF">2017-03-26T17:30:59Z</dcterms:modified>
</cp:coreProperties>
</file>