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9"/>
  </p:notesMasterIdLst>
  <p:sldIdLst>
    <p:sldId id="257" r:id="rId3"/>
    <p:sldId id="267" r:id="rId4"/>
    <p:sldId id="268" r:id="rId5"/>
    <p:sldId id="269" r:id="rId6"/>
    <p:sldId id="27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>
      <p:cViewPr varScale="1">
        <p:scale>
          <a:sx n="90" d="100"/>
          <a:sy n="90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90FA9-872C-B541-99DC-FC4C3191B176}" type="datetimeFigureOut">
              <a:rPr lang="en-US" smtClean="0"/>
              <a:t>2/4/17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B9E47-BD45-C043-983F-C6DC6385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388960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 smtClean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023" y="1004720"/>
            <a:ext cx="7100506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 smtClean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  <a:endParaRPr lang="en-US" sz="1933" i="1" dirty="0">
              <a:ln w="18415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629150" y="2492127"/>
            <a:ext cx="5077877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Installation </a:t>
            </a:r>
            <a:r>
              <a:rPr lang="en-US" sz="3333" b="1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and setup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885" y="3279936"/>
            <a:ext cx="9357587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Installing the Stack build tool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023" y="6139553"/>
            <a:ext cx="3743261" cy="43811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defTabSz="1088268">
              <a:defRPr/>
            </a:pPr>
            <a:r>
              <a:rPr lang="en-US" sz="2133" kern="0" dirty="0">
                <a:solidFill>
                  <a:prstClr val="white"/>
                </a:solidFill>
              </a:rPr>
              <a:t>www.packtpub.com</a:t>
            </a:r>
            <a:endParaRPr lang="en-IN" sz="2133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83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</a:t>
            </a: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Section, </a:t>
            </a: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Windows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</a:t>
            </a:r>
            <a:r>
              <a:rPr lang="en-US" sz="23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Linux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08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 smtClean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  <a:endParaRPr lang="en-US" sz="1933" i="1" dirty="0">
              <a:ln w="18415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</a:t>
            </a:r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Installing Stack on Windows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48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Windows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Verifying that Stack has installed correctly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Creating a simple test project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Building and running the test program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Operating system information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Video will show Windows 10 Pro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Experience will be similar on all recent versions of Windows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0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</a:t>
            </a:r>
            <a:r>
              <a:rPr lang="en-US" sz="39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113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12</cp:revision>
  <dcterms:created xsi:type="dcterms:W3CDTF">2015-06-11T06:54:04Z</dcterms:created>
  <dcterms:modified xsi:type="dcterms:W3CDTF">2017-02-04T22:03:14Z</dcterms:modified>
</cp:coreProperties>
</file>