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</p:sldMasterIdLst>
  <p:sldIdLst>
    <p:sldId id="257" r:id="rId3"/>
    <p:sldId id="267" r:id="rId4"/>
    <p:sldId id="258" r:id="rId5"/>
    <p:sldId id="259" r:id="rId6"/>
    <p:sldId id="261" r:id="rId7"/>
  </p:sldIdLst>
  <p:sldSz cx="12192000" cy="6858000"/>
  <p:notesSz cx="6858000" cy="9144000"/>
  <p:embeddedFontLst>
    <p:embeddedFont>
      <p:font typeface="Century Gothic" panose="020B0502020202020204" pitchFamily="34" charset="0"/>
      <p:regular r:id="rId8"/>
      <p:bold r:id="rId9"/>
      <p:italic r:id="rId10"/>
      <p:boldItalic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Segoe UI Light" panose="020B0502040204020203" pitchFamily="34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375"/>
  </p:normalViewPr>
  <p:slideViewPr>
    <p:cSldViewPr snapToGrid="0">
      <p:cViewPr varScale="1">
        <p:scale>
          <a:sx n="107" d="100"/>
          <a:sy n="107" d="100"/>
        </p:scale>
        <p:origin x="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388960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023" y="1004720"/>
            <a:ext cx="7100506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502275" y="2492127"/>
            <a:ext cx="3204752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Section 2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4885" y="3279936"/>
            <a:ext cx="9357587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Exploring Haskell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023" y="6139553"/>
            <a:ext cx="3743261" cy="43811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defTabSz="1088268">
              <a:defRPr/>
            </a:pPr>
            <a:r>
              <a:rPr lang="en-US" sz="2133" kern="0" dirty="0">
                <a:solidFill>
                  <a:prstClr val="white"/>
                </a:solidFill>
              </a:rPr>
              <a:t>www.packtpub.com</a:t>
            </a:r>
            <a:endParaRPr lang="en-IN" sz="2133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83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Section,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Our first Haskell programs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Whitespace, layout and scoping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GHCi and interactive Haskell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Debugging with </a:t>
            </a:r>
            <a:r>
              <a:rPr lang="en-US" sz="23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GHCi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08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2.1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Our first Haskell programs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A tour of the syntactic elements of Haskell programs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An introduction to some of the semantic aspects of Haskell programs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Learning more Haskell terminology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Building up a trivial program to something more interesting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dirty="0">
                <a:solidFill>
                  <a:prstClr val="white"/>
                </a:solidFill>
                <a:latin typeface="Segoe UI Light" panose="020B0502040204020203" pitchFamily="34" charset="0"/>
              </a:rPr>
              <a:t>Whitespace, layout and scoping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111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Century Gothic</vt:lpstr>
      <vt:lpstr>Gisha</vt:lpstr>
      <vt:lpstr>Calibri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23</cp:revision>
  <dcterms:created xsi:type="dcterms:W3CDTF">2015-06-11T06:54:04Z</dcterms:created>
  <dcterms:modified xsi:type="dcterms:W3CDTF">2017-02-19T19:47:44Z</dcterms:modified>
</cp:coreProperties>
</file>