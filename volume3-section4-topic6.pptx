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7"/>
  </p:notesMasterIdLst>
  <p:sldIdLst>
    <p:sldId id="258" r:id="rId3"/>
    <p:sldId id="281" r:id="rId4"/>
    <p:sldId id="282" r:id="rId5"/>
    <p:sldId id="269" r:id="rId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1"/>
    <p:restoredTop sz="77812" autoAdjust="0"/>
  </p:normalViewPr>
  <p:slideViewPr>
    <p:cSldViewPr>
      <p:cViewPr varScale="1">
        <p:scale>
          <a:sx n="82" d="100"/>
          <a:sy n="82" d="100"/>
        </p:scale>
        <p:origin x="1696" y="16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This slide, like mentioned above is for multiple pointers. The information above covers the types</a:t>
            </a:r>
            <a:r>
              <a:rPr lang="en-US" baseline="0" dirty="0" smtClean="0"/>
              <a:t> of information that can be used in this slide</a:t>
            </a:r>
            <a:endParaRPr lang="en-US" dirty="0" smtClean="0"/>
          </a:p>
          <a:p>
            <a:pPr lvl="0" rtl="0">
              <a:spcBef>
                <a:spcPts val="0"/>
              </a:spcBef>
              <a:buNone/>
            </a:pPr>
            <a:endParaRPr lang="en-US" dirty="0" smtClean="0"/>
          </a:p>
        </p:txBody>
      </p:sp>
    </p:spTree>
    <p:extLst>
      <p:ext uri="{BB962C8B-B14F-4D97-AF65-F5344CB8AC3E}">
        <p14:creationId xmlns:p14="http://schemas.microsoft.com/office/powerpoint/2010/main" val="1165725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This slide, like mentioned above is for multiple pointers. The information above covers the types</a:t>
            </a:r>
            <a:r>
              <a:rPr lang="en-US" baseline="0" dirty="0" smtClean="0"/>
              <a:t> of information that can be used in this slide</a:t>
            </a:r>
            <a:endParaRPr lang="en-US" dirty="0" smtClean="0"/>
          </a:p>
          <a:p>
            <a:pPr lvl="0" rtl="0">
              <a:spcBef>
                <a:spcPts val="0"/>
              </a:spcBef>
              <a:buNone/>
            </a:pPr>
            <a:endParaRPr lang="en-US" dirty="0" smtClean="0"/>
          </a:p>
        </p:txBody>
      </p:sp>
    </p:spTree>
    <p:extLst>
      <p:ext uri="{BB962C8B-B14F-4D97-AF65-F5344CB8AC3E}">
        <p14:creationId xmlns:p14="http://schemas.microsoft.com/office/powerpoint/2010/main" val="1192911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theme" Target="../theme/theme2.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smtClean="0"/>
              <a:t>Other commands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smtClean="0"/>
              <a:t>Interacting with our data</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Showing information about the to-do list</a:t>
            </a:r>
            <a:endParaRPr lang="en-US" sz="2000" dirty="0" smtClean="0">
              <a:solidFill>
                <a:srgbClr val="434343"/>
              </a:solidFill>
            </a:endParaRPr>
          </a:p>
          <a:p>
            <a:pPr marL="457200" lvl="0" indent="-355600" rtl="0">
              <a:spcBef>
                <a:spcPts val="0"/>
              </a:spcBef>
              <a:buClr>
                <a:srgbClr val="434343"/>
              </a:buClr>
              <a:buSzPct val="100000"/>
              <a:buChar char="●"/>
            </a:pPr>
            <a:r>
              <a:rPr lang="en-US" sz="2000" dirty="0" smtClean="0">
                <a:solidFill>
                  <a:srgbClr val="434343"/>
                </a:solidFill>
              </a:rPr>
              <a:t>Implementing the </a:t>
            </a:r>
            <a:r>
              <a:rPr lang="en-US" sz="2000" b="1" i="1" dirty="0" smtClean="0">
                <a:solidFill>
                  <a:srgbClr val="434343"/>
                </a:solidFill>
              </a:rPr>
              <a:t>Info</a:t>
            </a:r>
            <a:r>
              <a:rPr lang="en-US" sz="2000" dirty="0" smtClean="0">
                <a:solidFill>
                  <a:srgbClr val="434343"/>
                </a:solidFill>
              </a:rPr>
              <a:t> </a:t>
            </a:r>
            <a:r>
              <a:rPr lang="en-US" sz="2000" dirty="0" smtClean="0">
                <a:solidFill>
                  <a:srgbClr val="434343"/>
                </a:solidFill>
              </a:rPr>
              <a:t>command in our </a:t>
            </a:r>
            <a:r>
              <a:rPr lang="en-US" sz="2000" dirty="0" smtClean="0">
                <a:solidFill>
                  <a:srgbClr val="434343"/>
                </a:solidFill>
              </a:rPr>
              <a:t>program</a:t>
            </a:r>
          </a:p>
          <a:p>
            <a:pPr marL="457200" lvl="0" indent="-355600" rtl="0">
              <a:spcBef>
                <a:spcPts val="0"/>
              </a:spcBef>
              <a:buClr>
                <a:srgbClr val="434343"/>
              </a:buClr>
              <a:buSzPct val="100000"/>
              <a:buChar char="●"/>
            </a:pPr>
            <a:r>
              <a:rPr lang="en-US" sz="2000" dirty="0" smtClean="0">
                <a:solidFill>
                  <a:srgbClr val="434343"/>
                </a:solidFill>
              </a:rPr>
              <a:t>Initializing the to-do list</a:t>
            </a:r>
          </a:p>
          <a:p>
            <a:pPr marL="457200" indent="-355600">
              <a:buClr>
                <a:srgbClr val="434343"/>
              </a:buClr>
              <a:buFont typeface="Calibri"/>
              <a:buChar char="●"/>
            </a:pPr>
            <a:r>
              <a:rPr lang="en-US" sz="2000" dirty="0">
                <a:solidFill>
                  <a:srgbClr val="434343"/>
                </a:solidFill>
              </a:rPr>
              <a:t>Implementing the </a:t>
            </a:r>
            <a:r>
              <a:rPr lang="en-US" sz="2000" b="1" i="1" dirty="0" err="1" smtClean="0">
                <a:solidFill>
                  <a:srgbClr val="434343"/>
                </a:solidFill>
              </a:rPr>
              <a:t>Init</a:t>
            </a:r>
            <a:r>
              <a:rPr lang="en-US" sz="2000" dirty="0" smtClean="0">
                <a:solidFill>
                  <a:srgbClr val="434343"/>
                </a:solidFill>
              </a:rPr>
              <a:t> </a:t>
            </a:r>
            <a:r>
              <a:rPr lang="en-US" sz="2000" dirty="0">
                <a:solidFill>
                  <a:srgbClr val="434343"/>
                </a:solidFill>
              </a:rPr>
              <a:t>command in our </a:t>
            </a:r>
            <a:r>
              <a:rPr lang="en-US" sz="2000" dirty="0" smtClean="0">
                <a:solidFill>
                  <a:srgbClr val="434343"/>
                </a:solidFill>
              </a:rPr>
              <a:t>program</a:t>
            </a:r>
            <a:endParaRPr lang="en-US" sz="2000" dirty="0">
              <a:solidFill>
                <a:srgbClr val="434343"/>
              </a:solidFill>
            </a:endParaRPr>
          </a:p>
        </p:txBody>
      </p:sp>
    </p:spTree>
    <p:extLst>
      <p:ext uri="{BB962C8B-B14F-4D97-AF65-F5344CB8AC3E}">
        <p14:creationId xmlns:p14="http://schemas.microsoft.com/office/powerpoint/2010/main" val="17851883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smtClean="0"/>
              <a:t>Now we can…</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Read items</a:t>
            </a:r>
          </a:p>
          <a:p>
            <a:pPr marL="457200" lvl="0" indent="-355600" rtl="0">
              <a:spcBef>
                <a:spcPts val="0"/>
              </a:spcBef>
              <a:buClr>
                <a:srgbClr val="434343"/>
              </a:buClr>
              <a:buSzPct val="100000"/>
              <a:buChar char="●"/>
            </a:pPr>
            <a:r>
              <a:rPr lang="en-US" sz="2000" dirty="0" smtClean="0">
                <a:solidFill>
                  <a:srgbClr val="434343"/>
                </a:solidFill>
              </a:rPr>
              <a:t>Create items</a:t>
            </a:r>
          </a:p>
          <a:p>
            <a:pPr marL="457200" lvl="0" indent="-355600" rtl="0">
              <a:spcBef>
                <a:spcPts val="0"/>
              </a:spcBef>
              <a:buClr>
                <a:srgbClr val="434343"/>
              </a:buClr>
              <a:buSzPct val="100000"/>
              <a:buChar char="●"/>
            </a:pPr>
            <a:r>
              <a:rPr lang="en-US" sz="2000" dirty="0" smtClean="0">
                <a:solidFill>
                  <a:srgbClr val="434343"/>
                </a:solidFill>
              </a:rPr>
              <a:t>Delete items</a:t>
            </a:r>
          </a:p>
          <a:p>
            <a:pPr marL="457200" lvl="0" indent="-355600" rtl="0">
              <a:spcBef>
                <a:spcPts val="0"/>
              </a:spcBef>
              <a:buClr>
                <a:srgbClr val="434343"/>
              </a:buClr>
              <a:buSzPct val="100000"/>
              <a:buChar char="●"/>
            </a:pPr>
            <a:r>
              <a:rPr lang="en-US" sz="2000" dirty="0" smtClean="0">
                <a:solidFill>
                  <a:srgbClr val="434343"/>
                </a:solidFill>
              </a:rPr>
              <a:t>Update items</a:t>
            </a:r>
          </a:p>
          <a:p>
            <a:pPr marL="457200" lvl="0" indent="-355600" rtl="0">
              <a:spcBef>
                <a:spcPts val="0"/>
              </a:spcBef>
              <a:buClr>
                <a:srgbClr val="434343"/>
              </a:buClr>
              <a:buSzPct val="100000"/>
              <a:buChar char="●"/>
            </a:pPr>
            <a:r>
              <a:rPr lang="en-US" sz="2000" dirty="0" smtClean="0">
                <a:solidFill>
                  <a:srgbClr val="434343"/>
                </a:solidFill>
              </a:rPr>
              <a:t>Display our to-do list</a:t>
            </a:r>
          </a:p>
          <a:p>
            <a:pPr marL="457200" lvl="0" indent="-355600" rtl="0">
              <a:spcBef>
                <a:spcPts val="0"/>
              </a:spcBef>
              <a:buClr>
                <a:srgbClr val="434343"/>
              </a:buClr>
              <a:buSzPct val="100000"/>
              <a:buChar char="●"/>
            </a:pPr>
            <a:r>
              <a:rPr lang="en-US" sz="2000" dirty="0" smtClean="0">
                <a:solidFill>
                  <a:srgbClr val="434343"/>
                </a:solidFill>
              </a:rPr>
              <a:t>Display information about our to-do list</a:t>
            </a:r>
          </a:p>
          <a:p>
            <a:pPr marL="457200" lvl="0" indent="-355600" rtl="0">
              <a:spcBef>
                <a:spcPts val="0"/>
              </a:spcBef>
              <a:buClr>
                <a:srgbClr val="434343"/>
              </a:buClr>
              <a:buSzPct val="100000"/>
              <a:buChar char="●"/>
            </a:pPr>
            <a:r>
              <a:rPr lang="en-US" sz="2000" smtClean="0">
                <a:solidFill>
                  <a:srgbClr val="434343"/>
                </a:solidFill>
              </a:rPr>
              <a:t>Initialize our to-do list</a:t>
            </a:r>
          </a:p>
        </p:txBody>
      </p:sp>
    </p:spTree>
    <p:extLst>
      <p:ext uri="{BB962C8B-B14F-4D97-AF65-F5344CB8AC3E}">
        <p14:creationId xmlns:p14="http://schemas.microsoft.com/office/powerpoint/2010/main" val="15879081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smtClean="0"/>
              <a:t>Next Section</a:t>
            </a:r>
            <a:endParaRPr lang="en" dirty="0"/>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smtClean="0"/>
              <a:t>Conclusions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440</TotalTime>
  <Words>170</Words>
  <Application>Microsoft Macintosh PowerPoint</Application>
  <PresentationFormat>On-screen Show (16:9)</PresentationFormat>
  <Paragraphs>23</Paragraphs>
  <Slides>4</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vt:i4>
      </vt:variant>
    </vt:vector>
  </HeadingPairs>
  <TitlesOfParts>
    <vt:vector size="10" baseType="lpstr">
      <vt:lpstr>Calibri</vt:lpstr>
      <vt:lpstr>Roboto</vt:lpstr>
      <vt:lpstr>Wingdings</vt:lpstr>
      <vt:lpstr>Arial</vt:lpstr>
      <vt:lpstr>Packt</vt:lpstr>
      <vt:lpstr>Packt</vt:lpstr>
      <vt:lpstr>Other commands</vt:lpstr>
      <vt:lpstr>In this video, we’re going to take a look at…</vt:lpstr>
      <vt:lpstr>Now we can…</vt:lpstr>
      <vt:lpstr>Next Section</vt:lpstr>
    </vt:vector>
  </TitlesOfParts>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85</cp:revision>
  <dcterms:modified xsi:type="dcterms:W3CDTF">2017-07-17T01:46:01Z</dcterms:modified>
</cp:coreProperties>
</file>