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73" r:id="rId4"/>
    <p:sldId id="274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90" d="100"/>
          <a:sy n="90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Installing Stack on </a:t>
            </a:r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Linux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83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Linux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Verifying that Stack has installed correctly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Creating a simple test project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Building and running the test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program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26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Operating system information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Video will show Ubuntu 12.04.5 LTS (Precise Pangolin)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Experience will be similar on most Linux distributions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4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We successfully installed Stack on Windows, 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 and Linux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We </a:t>
            </a: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successfully </a:t>
            </a: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created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 test project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We successfully built and ran the test program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31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293" y="3136235"/>
            <a:ext cx="10969414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smtClean="0">
                <a:solidFill>
                  <a:prstClr val="white"/>
                </a:solidFill>
                <a:latin typeface="Segoe UI Light" panose="020B0502040204020203" pitchFamily="34" charset="0"/>
              </a:rPr>
              <a:t>Next we’ll start learning Haskell!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82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14</cp:revision>
  <dcterms:created xsi:type="dcterms:W3CDTF">2015-06-11T06:54:04Z</dcterms:created>
  <dcterms:modified xsi:type="dcterms:W3CDTF">2017-02-04T23:03:04Z</dcterms:modified>
</cp:coreProperties>
</file>