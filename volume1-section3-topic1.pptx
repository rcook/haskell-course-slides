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67" r:id="rId4"/>
    <p:sldId id="258" r:id="rId5"/>
    <p:sldId id="259" r:id="rId6"/>
    <p:sldId id="268" r:id="rId7"/>
    <p:sldId id="26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76" d="100"/>
          <a:sy n="76" d="100"/>
        </p:scale>
        <p:origin x="1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388960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 smtClean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023" y="1004720"/>
            <a:ext cx="7100506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 smtClean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  <a:endParaRPr lang="en-US" sz="1933" i="1" dirty="0">
              <a:ln w="18415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02275" y="2492127"/>
            <a:ext cx="3204752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Section </a:t>
            </a:r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3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885" y="3279936"/>
            <a:ext cx="9357587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Haskell in depth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023" y="6139553"/>
            <a:ext cx="3743261" cy="43811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defTabSz="1088268">
              <a:defRPr/>
            </a:pPr>
            <a:r>
              <a:rPr lang="en-US" sz="2133" kern="0" dirty="0">
                <a:solidFill>
                  <a:prstClr val="white"/>
                </a:solidFill>
              </a:rPr>
              <a:t>www.packtpub.com</a:t>
            </a:r>
            <a:endParaRPr lang="en-IN" sz="2133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83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</a:t>
            </a: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Section, </a:t>
            </a: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801917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Values and expressions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Types and type signatures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Algebraic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data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 classes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Pattern matching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08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3</a:t>
            </a:r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.1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Values and expressions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4540324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Values of primitive types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Functions as values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Function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application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Function composition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Anonymous functions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Infix functions, sections and partial application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Primitive types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801917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Char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Integer</a:t>
            </a:r>
            <a:endParaRPr lang="en-US" sz="2399" b="1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Int</a:t>
            </a:r>
            <a:endParaRPr lang="en-US" sz="2399" b="1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i="1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Float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, </a:t>
            </a: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Double</a:t>
            </a:r>
            <a:endParaRPr lang="en-US" sz="2399" b="1" i="1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Almost everything else is defined in terms of these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0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Functions, functions, functions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Drill down deeper into functions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Syntax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Application </a:t>
            </a: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and partial application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Composition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4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>
                <a:solidFill>
                  <a:prstClr val="white"/>
                </a:solidFill>
                <a:latin typeface="Segoe UI Light" panose="020B0502040204020203" pitchFamily="34" charset="0"/>
              </a:rPr>
              <a:t>Types and type signatures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124</Words>
  <Application>Microsoft Macintosh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21</cp:revision>
  <dcterms:created xsi:type="dcterms:W3CDTF">2015-06-11T06:54:04Z</dcterms:created>
  <dcterms:modified xsi:type="dcterms:W3CDTF">2017-03-03T21:07:19Z</dcterms:modified>
</cp:coreProperties>
</file>