
<file path=[Content_Types].xml><?xml version="1.0" encoding="utf-8"?>
<Types xmlns="http://schemas.openxmlformats.org/package/2006/content-types">
  <Default Extension="xml" ContentType="application/xml"/>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0" r:id="rId1"/>
    <p:sldMasterId id="2147483691" r:id="rId2"/>
  </p:sldMasterIdLst>
  <p:notesMasterIdLst>
    <p:notesMasterId r:id="rId6"/>
  </p:notesMasterIdLst>
  <p:sldIdLst>
    <p:sldId id="258" r:id="rId3"/>
    <p:sldId id="270" r:id="rId4"/>
    <p:sldId id="269" r:id="rId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2220494-F72E-42EC-8C15-EB342598EB4E}">
  <a:tblStyle styleId="{62220494-F72E-42EC-8C15-EB342598EB4E}" styleName="Table_0">
    <a:wholeTbl>
      <a:tcStyle>
        <a:tcBdr>
          <a:left>
            <a:ln w="9525" cap="flat" cmpd="sng">
              <a:solidFill>
                <a:srgbClr val="9E9E9E"/>
              </a:solidFill>
              <a:prstDash val="solid"/>
              <a:round/>
              <a:headEnd type="none" w="med" len="med"/>
              <a:tailEnd type="none" w="med" len="med"/>
            </a:ln>
          </a:left>
          <a:right>
            <a:ln w="9525" cap="flat" cmpd="sng">
              <a:solidFill>
                <a:srgbClr val="9E9E9E"/>
              </a:solidFill>
              <a:prstDash val="solid"/>
              <a:round/>
              <a:headEnd type="none" w="med" len="med"/>
              <a:tailEnd type="none" w="med" len="med"/>
            </a:ln>
          </a:right>
          <a:top>
            <a:ln w="9525" cap="flat" cmpd="sng">
              <a:solidFill>
                <a:srgbClr val="9E9E9E"/>
              </a:solidFill>
              <a:prstDash val="solid"/>
              <a:round/>
              <a:headEnd type="none" w="med" len="med"/>
              <a:tailEnd type="none" w="med" len="med"/>
            </a:ln>
          </a:top>
          <a:bottom>
            <a:ln w="9525" cap="flat" cmpd="sng">
              <a:solidFill>
                <a:srgbClr val="9E9E9E"/>
              </a:solidFill>
              <a:prstDash val="solid"/>
              <a:round/>
              <a:headEnd type="none" w="med" len="med"/>
              <a:tailEnd type="none" w="med" len="med"/>
            </a:ln>
          </a:bottom>
          <a:insideH>
            <a:ln w="9525" cap="flat" cmpd="sng">
              <a:solidFill>
                <a:srgbClr val="9E9E9E"/>
              </a:solidFill>
              <a:prstDash val="solid"/>
              <a:round/>
              <a:headEnd type="none" w="med" len="med"/>
              <a:tailEnd type="none" w="med" len="med"/>
            </a:ln>
          </a:insideH>
          <a:insideV>
            <a:ln w="9525" cap="flat" cmpd="sng">
              <a:solidFill>
                <a:srgbClr val="9E9E9E"/>
              </a:solidFill>
              <a:prstDash val="solid"/>
              <a:round/>
              <a:headEnd type="none" w="med" len="med"/>
              <a:tailEnd type="none" w="med" len="med"/>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77812" autoAdjust="0"/>
  </p:normalViewPr>
  <p:slideViewPr>
    <p:cSldViewPr>
      <p:cViewPr varScale="1">
        <p:scale>
          <a:sx n="82" d="100"/>
          <a:sy n="82" d="100"/>
        </p:scale>
        <p:origin x="1944" y="160"/>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Master" Target="slideMasters/slideMaster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Shape 16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5" name="Shape 165"/>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smtClean="0"/>
              <a:t>[Mandatory Slide]</a:t>
            </a:r>
            <a:br>
              <a:rPr lang="en-US" dirty="0" smtClean="0"/>
            </a:br>
            <a:r>
              <a:rPr lang="en-US" dirty="0" smtClean="0"/>
              <a:t>This would be the introduction slide</a:t>
            </a:r>
            <a:r>
              <a:rPr lang="en-US" baseline="0" dirty="0" smtClean="0"/>
              <a:t> of the topic that you are covering in this subsection.</a:t>
            </a:r>
          </a:p>
          <a:p>
            <a:pPr lvl="0" rtl="0">
              <a:spcBef>
                <a:spcPts val="0"/>
              </a:spcBef>
              <a:buNone/>
            </a:pPr>
            <a:r>
              <a:rPr lang="en-US" baseline="0" dirty="0" smtClean="0"/>
              <a:t>When this slide plays, you could talk about the main aim that we’d be covering in this video.</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smtClean="0"/>
              <a:t>This slide, like mentioned above is for multiple pointers. The information above covers the types</a:t>
            </a:r>
            <a:r>
              <a:rPr lang="en-US" baseline="0" dirty="0" smtClean="0"/>
              <a:t> of information that can be used in this slide</a:t>
            </a:r>
            <a:endParaRPr lang="en-US" dirty="0" smtClean="0"/>
          </a:p>
          <a:p>
            <a:pPr lvl="0" rtl="0">
              <a:spcBef>
                <a:spcPts val="0"/>
              </a:spcBef>
              <a:buNone/>
            </a:pPr>
            <a:endParaRPr lang="en-US" dirty="0" smtClean="0"/>
          </a:p>
        </p:txBody>
      </p:sp>
    </p:spTree>
    <p:extLst>
      <p:ext uri="{BB962C8B-B14F-4D97-AF65-F5344CB8AC3E}">
        <p14:creationId xmlns:p14="http://schemas.microsoft.com/office/powerpoint/2010/main" val="19892369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Shape 2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0" name="Shape 27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smtClean="0"/>
              <a:t>[Mandatory Slide]</a:t>
            </a:r>
          </a:p>
          <a:p>
            <a:pPr lvl="0" rtl="0">
              <a:spcBef>
                <a:spcPts val="0"/>
              </a:spcBef>
              <a:buNone/>
            </a:pPr>
            <a:r>
              <a:rPr lang="en-US" b="0" dirty="0" smtClean="0"/>
              <a:t>Here</a:t>
            </a:r>
            <a:r>
              <a:rPr lang="en-US" b="0" baseline="0" dirty="0" smtClean="0"/>
              <a:t> the name of the next video needs to be mentioned. The narration as you guessed it would be just letting the viewer know exactly where we are at and what we’d be taking over next! </a:t>
            </a:r>
            <a:r>
              <a:rPr lang="en-US" b="0" baseline="0" smtClean="0">
                <a:sym typeface="Wingdings" pitchFamily="2" charset="2"/>
              </a:rPr>
              <a:t></a:t>
            </a:r>
            <a:endParaRPr b="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Course Title">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390525" y="2803825"/>
            <a:ext cx="8222100" cy="573300"/>
          </a:xfrm>
          <a:prstGeom prst="rect">
            <a:avLst/>
          </a:prstGeom>
        </p:spPr>
        <p:txBody>
          <a:bodyPr lIns="91425" tIns="91425" rIns="91425" bIns="91425" anchor="b" anchorCtr="0"/>
          <a:lstStyle>
            <a:lvl1pPr lvl="0" rtl="0">
              <a:spcBef>
                <a:spcPts val="0"/>
              </a:spcBef>
              <a:buNone/>
              <a:defRPr sz="2600"/>
            </a:lvl1pPr>
            <a:lvl2pPr lvl="1" rtl="0">
              <a:spcBef>
                <a:spcPts val="0"/>
              </a:spcBef>
              <a:buNone/>
              <a:defRPr/>
            </a:lvl2pPr>
            <a:lvl3pPr lvl="2" rtl="0">
              <a:spcBef>
                <a:spcPts val="0"/>
              </a:spcBef>
              <a:buNone/>
              <a:defRPr/>
            </a:lvl3pPr>
            <a:lvl4pPr lvl="3" rtl="0">
              <a:spcBef>
                <a:spcPts val="0"/>
              </a:spcBef>
              <a:buNone/>
              <a:defRPr/>
            </a:lvl4pPr>
            <a:lvl5pPr lvl="4" rtl="0">
              <a:spcBef>
                <a:spcPts val="0"/>
              </a:spcBef>
              <a:buNone/>
              <a:defRPr/>
            </a:lvl5pPr>
            <a:lvl6pPr lvl="5" rtl="0">
              <a:spcBef>
                <a:spcPts val="0"/>
              </a:spcBef>
              <a:buNone/>
              <a:defRPr/>
            </a:lvl6pPr>
            <a:lvl7pPr lvl="6" rtl="0">
              <a:spcBef>
                <a:spcPts val="0"/>
              </a:spcBef>
              <a:buNone/>
              <a:defRPr/>
            </a:lvl7pPr>
            <a:lvl8pPr lvl="7" rtl="0">
              <a:spcBef>
                <a:spcPts val="0"/>
              </a:spcBef>
              <a:buNone/>
              <a:defRPr/>
            </a:lvl8pPr>
            <a:lvl9pPr lvl="8" rtl="0">
              <a:spcBef>
                <a:spcPts val="0"/>
              </a:spcBef>
              <a:buNone/>
              <a:defRPr/>
            </a:lvl9pPr>
          </a:lstStyle>
          <a:p>
            <a:endParaRPr/>
          </a:p>
        </p:txBody>
      </p:sp>
      <p:pic>
        <p:nvPicPr>
          <p:cNvPr id="11" name="Shape 11" descr="Packt-Logo-white.png"/>
          <p:cNvPicPr preferRelativeResize="0"/>
          <p:nvPr/>
        </p:nvPicPr>
        <p:blipFill>
          <a:blip r:embed="rId2">
            <a:alphaModFix/>
          </a:blip>
          <a:stretch>
            <a:fillRect/>
          </a:stretch>
        </p:blipFill>
        <p:spPr>
          <a:xfrm>
            <a:off x="112750" y="1477730"/>
            <a:ext cx="3382881" cy="161666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and Subsection Title">
    <p:spTree>
      <p:nvGrpSpPr>
        <p:cNvPr id="1" name="Shape 12"/>
        <p:cNvGrpSpPr/>
        <p:nvPr/>
      </p:nvGrpSpPr>
      <p:grpSpPr>
        <a:xfrm>
          <a:off x="0" y="0"/>
          <a:ext cx="0" cy="0"/>
          <a:chOff x="0" y="0"/>
          <a:chExt cx="0" cy="0"/>
        </a:xfrm>
      </p:grpSpPr>
      <p:sp>
        <p:nvSpPr>
          <p:cNvPr id="13" name="Shape 13"/>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14" name="Shape 14"/>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pic>
        <p:nvPicPr>
          <p:cNvPr id="15" name="Shape 1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tandalone Introduction or Summar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460950" y="2065350"/>
            <a:ext cx="8222100" cy="1012800"/>
          </a:xfrm>
          <a:prstGeom prst="rect">
            <a:avLst/>
          </a:prstGeom>
        </p:spPr>
        <p:txBody>
          <a:bodyPr lIns="91425" tIns="91425" rIns="91425" bIns="91425" anchor="ctr" anchorCtr="0"/>
          <a:lstStyle>
            <a:lvl1pPr lvl="0" rtl="0">
              <a:spcBef>
                <a:spcPts val="0"/>
              </a:spcBef>
              <a:buSzPct val="100000"/>
              <a:defRPr sz="4200"/>
            </a:lvl1pPr>
            <a:lvl2pPr lvl="1" rtl="0">
              <a:spcBef>
                <a:spcPts val="0"/>
              </a:spcBef>
              <a:buSzPct val="100000"/>
              <a:defRPr sz="4200"/>
            </a:lvl2pPr>
            <a:lvl3pPr lvl="2" rtl="0">
              <a:spcBef>
                <a:spcPts val="0"/>
              </a:spcBef>
              <a:buSzPct val="100000"/>
              <a:defRPr sz="4200"/>
            </a:lvl3pPr>
            <a:lvl4pPr lvl="3" rtl="0">
              <a:spcBef>
                <a:spcPts val="0"/>
              </a:spcBef>
              <a:buSzPct val="100000"/>
              <a:defRPr sz="4200"/>
            </a:lvl4pPr>
            <a:lvl5pPr lvl="4" rtl="0">
              <a:spcBef>
                <a:spcPts val="0"/>
              </a:spcBef>
              <a:buSzPct val="100000"/>
              <a:defRPr sz="4200"/>
            </a:lvl5pPr>
            <a:lvl6pPr lvl="5" rtl="0">
              <a:spcBef>
                <a:spcPts val="0"/>
              </a:spcBef>
              <a:buSzPct val="100000"/>
              <a:defRPr sz="4200"/>
            </a:lvl6pPr>
            <a:lvl7pPr lvl="6" rtl="0">
              <a:spcBef>
                <a:spcPts val="0"/>
              </a:spcBef>
              <a:buSzPct val="100000"/>
              <a:defRPr sz="4200"/>
            </a:lvl7pPr>
            <a:lvl8pPr lvl="7" rtl="0">
              <a:spcBef>
                <a:spcPts val="0"/>
              </a:spcBef>
              <a:buSzPct val="100000"/>
              <a:defRPr sz="4200"/>
            </a:lvl8pPr>
            <a:lvl9pPr lvl="8" rtl="0">
              <a:spcBef>
                <a:spcPts val="0"/>
              </a:spcBef>
              <a:buSzPct val="100000"/>
              <a:defRPr sz="4200"/>
            </a:lvl9pPr>
          </a:lstStyle>
          <a:p>
            <a:endParaRPr/>
          </a:p>
        </p:txBody>
      </p:sp>
      <p:pic>
        <p:nvPicPr>
          <p:cNvPr id="18" name="Shape 1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9"/>
        <p:cNvGrpSpPr/>
        <p:nvPr/>
      </p:nvGrpSpPr>
      <p:grpSpPr>
        <a:xfrm>
          <a:off x="0" y="0"/>
          <a:ext cx="0" cy="0"/>
          <a:chOff x="0" y="0"/>
          <a:chExt cx="0" cy="0"/>
        </a:xfrm>
      </p:grpSpPr>
      <p:sp>
        <p:nvSpPr>
          <p:cNvPr id="20" name="Shape 20"/>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1" name="Shape 21"/>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2" name="Shape 22"/>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3" name="Shape 23"/>
          <p:cNvSpPr txBox="1">
            <a:spLocks noGrp="1"/>
          </p:cNvSpPr>
          <p:nvPr>
            <p:ph type="body" idx="1"/>
          </p:nvPr>
        </p:nvSpPr>
        <p:spPr>
          <a:xfrm>
            <a:off x="471900" y="1919075"/>
            <a:ext cx="8222100" cy="2710200"/>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Font typeface="Calibri"/>
              <a:defRPr>
                <a:solidFill>
                  <a:srgbClr val="434343"/>
                </a:solidFill>
                <a:latin typeface="Calibri"/>
                <a:ea typeface="Calibri"/>
                <a:cs typeface="Calibri"/>
                <a:sym typeface="Calibri"/>
              </a:defRPr>
            </a:lvl8pPr>
            <a:lvl9pPr lvl="8" rtl="0">
              <a:spcBef>
                <a:spcPts val="0"/>
              </a:spcBef>
              <a:buClr>
                <a:srgbClr val="434343"/>
              </a:buClr>
              <a:buFont typeface="Calibri"/>
              <a:defRPr>
                <a:solidFill>
                  <a:srgbClr val="434343"/>
                </a:solidFill>
                <a:latin typeface="Calibri"/>
                <a:ea typeface="Calibri"/>
                <a:cs typeface="Calibri"/>
                <a:sym typeface="Calibri"/>
              </a:defRPr>
            </a:lvl9pPr>
          </a:lstStyle>
          <a:p>
            <a:endParaRPr/>
          </a:p>
        </p:txBody>
      </p:sp>
      <p:pic>
        <p:nvPicPr>
          <p:cNvPr id="24" name="Shape 24"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5"/>
        <p:cNvGrpSpPr/>
        <p:nvPr/>
      </p:nvGrpSpPr>
      <p:grpSpPr>
        <a:xfrm>
          <a:off x="0" y="0"/>
          <a:ext cx="0" cy="0"/>
          <a:chOff x="0" y="0"/>
          <a:chExt cx="0" cy="0"/>
        </a:xfrm>
      </p:grpSpPr>
      <p:sp>
        <p:nvSpPr>
          <p:cNvPr id="26" name="Shape 26"/>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7" name="Shape 27"/>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8" name="Shape 28"/>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9" name="Shape 29"/>
          <p:cNvSpPr txBox="1">
            <a:spLocks noGrp="1"/>
          </p:cNvSpPr>
          <p:nvPr>
            <p:ph type="body" idx="1"/>
          </p:nvPr>
        </p:nvSpPr>
        <p:spPr>
          <a:xfrm>
            <a:off x="47190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sp>
        <p:nvSpPr>
          <p:cNvPr id="30" name="Shape 30"/>
          <p:cNvSpPr txBox="1">
            <a:spLocks noGrp="1"/>
          </p:cNvSpPr>
          <p:nvPr>
            <p:ph type="body" idx="2"/>
          </p:nvPr>
        </p:nvSpPr>
        <p:spPr>
          <a:xfrm>
            <a:off x="469425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pic>
        <p:nvPicPr>
          <p:cNvPr id="31" name="Shape 31"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32"/>
        <p:cNvGrpSpPr/>
        <p:nvPr/>
      </p:nvGrpSpPr>
      <p:grpSpPr>
        <a:xfrm>
          <a:off x="0" y="0"/>
          <a:ext cx="0" cy="0"/>
          <a:chOff x="0" y="0"/>
          <a:chExt cx="0" cy="0"/>
        </a:xfrm>
      </p:grpSpPr>
      <p:sp>
        <p:nvSpPr>
          <p:cNvPr id="33" name="Shape 33"/>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4" name="Shape 34"/>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35" name="Shape 35"/>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pic>
        <p:nvPicPr>
          <p:cNvPr id="36" name="Shape 36"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37"/>
        <p:cNvGrpSpPr/>
        <p:nvPr/>
      </p:nvGrpSpPr>
      <p:grpSpPr>
        <a:xfrm>
          <a:off x="0" y="0"/>
          <a:ext cx="0" cy="0"/>
          <a:chOff x="0" y="0"/>
          <a:chExt cx="0" cy="0"/>
        </a:xfrm>
      </p:grpSpPr>
      <p:sp>
        <p:nvSpPr>
          <p:cNvPr id="38" name="Shape 38"/>
          <p:cNvSpPr txBox="1"/>
          <p:nvPr/>
        </p:nvSpPr>
        <p:spPr>
          <a:xfrm rot="10800000" flipH="1">
            <a:off x="3276600" y="25"/>
            <a:ext cx="58674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9" name="Shape 39"/>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0" name="Shape 40"/>
          <p:cNvSpPr txBox="1">
            <a:spLocks noGrp="1"/>
          </p:cNvSpPr>
          <p:nvPr>
            <p:ph type="title"/>
          </p:nvPr>
        </p:nvSpPr>
        <p:spPr>
          <a:xfrm>
            <a:off x="226077" y="357800"/>
            <a:ext cx="2808000" cy="953400"/>
          </a:xfrm>
          <a:prstGeom prst="rect">
            <a:avLst/>
          </a:prstGeom>
        </p:spPr>
        <p:txBody>
          <a:bodyPr lIns="91425" tIns="91425" rIns="91425" bIns="91425" anchor="b" anchorCtr="0"/>
          <a:lstStyle>
            <a:lvl1pPr lvl="0" rtl="0">
              <a:spcBef>
                <a:spcPts val="0"/>
              </a:spcBef>
              <a:buSzPct val="100000"/>
              <a:defRPr sz="2400"/>
            </a:lvl1pPr>
            <a:lvl2pPr lvl="1" rtl="0">
              <a:spcBef>
                <a:spcPts val="0"/>
              </a:spcBef>
              <a:buSzPct val="100000"/>
              <a:defRPr sz="2400"/>
            </a:lvl2pPr>
            <a:lvl3pPr lvl="2" rtl="0">
              <a:spcBef>
                <a:spcPts val="0"/>
              </a:spcBef>
              <a:buSzPct val="100000"/>
              <a:defRPr sz="2400"/>
            </a:lvl3pPr>
            <a:lvl4pPr lvl="3" rtl="0">
              <a:spcBef>
                <a:spcPts val="0"/>
              </a:spcBef>
              <a:buSzPct val="100000"/>
              <a:defRPr sz="2400"/>
            </a:lvl4pPr>
            <a:lvl5pPr lvl="4" rtl="0">
              <a:spcBef>
                <a:spcPts val="0"/>
              </a:spcBef>
              <a:buSzPct val="100000"/>
              <a:defRPr sz="2400"/>
            </a:lvl5pPr>
            <a:lvl6pPr lvl="5" rtl="0">
              <a:spcBef>
                <a:spcPts val="0"/>
              </a:spcBef>
              <a:buSzPct val="100000"/>
              <a:defRPr sz="2400"/>
            </a:lvl6pPr>
            <a:lvl7pPr lvl="6" rtl="0">
              <a:spcBef>
                <a:spcPts val="0"/>
              </a:spcBef>
              <a:buSzPct val="100000"/>
              <a:defRPr sz="2400"/>
            </a:lvl7pPr>
            <a:lvl8pPr lvl="7" rtl="0">
              <a:spcBef>
                <a:spcPts val="0"/>
              </a:spcBef>
              <a:buSzPct val="100000"/>
              <a:defRPr sz="2400"/>
            </a:lvl8pPr>
            <a:lvl9pPr lvl="8" rtl="0">
              <a:spcBef>
                <a:spcPts val="0"/>
              </a:spcBef>
              <a:buSzPct val="100000"/>
              <a:defRPr sz="2400"/>
            </a:lvl9pPr>
          </a:lstStyle>
          <a:p>
            <a:endParaRPr/>
          </a:p>
        </p:txBody>
      </p:sp>
      <p:sp>
        <p:nvSpPr>
          <p:cNvPr id="41" name="Shape 41"/>
          <p:cNvSpPr txBox="1">
            <a:spLocks noGrp="1"/>
          </p:cNvSpPr>
          <p:nvPr>
            <p:ph type="body" idx="1"/>
          </p:nvPr>
        </p:nvSpPr>
        <p:spPr>
          <a:xfrm>
            <a:off x="226075" y="1465800"/>
            <a:ext cx="2808000" cy="3163500"/>
          </a:xfrm>
          <a:prstGeom prst="rect">
            <a:avLst/>
          </a:prstGeom>
        </p:spPr>
        <p:txBody>
          <a:bodyPr lIns="91425" tIns="91425" rIns="91425" bIns="91425" anchor="t" anchorCtr="0"/>
          <a:lstStyle>
            <a:lvl1pPr lvl="0" rtl="0">
              <a:spcBef>
                <a:spcPts val="0"/>
              </a:spcBef>
              <a:buClr>
                <a:schemeClr val="lt1"/>
              </a:buClr>
              <a:buFont typeface="Calibri"/>
              <a:defRPr>
                <a:solidFill>
                  <a:schemeClr val="lt1"/>
                </a:solidFill>
                <a:latin typeface="Calibri"/>
                <a:ea typeface="Calibri"/>
                <a:cs typeface="Calibri"/>
                <a:sym typeface="Calibri"/>
              </a:defRPr>
            </a:lvl1pPr>
            <a:lvl2pPr lvl="1" rtl="0">
              <a:spcBef>
                <a:spcPts val="0"/>
              </a:spcBef>
              <a:buClr>
                <a:schemeClr val="lt1"/>
              </a:buClr>
              <a:buSzPct val="100000"/>
              <a:buFont typeface="Calibri"/>
              <a:defRPr sz="1600">
                <a:solidFill>
                  <a:schemeClr val="lt1"/>
                </a:solidFill>
                <a:latin typeface="Calibri"/>
                <a:ea typeface="Calibri"/>
                <a:cs typeface="Calibri"/>
                <a:sym typeface="Calibri"/>
              </a:defRPr>
            </a:lvl2pPr>
            <a:lvl3pPr lvl="2" rtl="0">
              <a:spcBef>
                <a:spcPts val="0"/>
              </a:spcBef>
              <a:buClr>
                <a:schemeClr val="lt1"/>
              </a:buClr>
              <a:buFont typeface="Calibri"/>
              <a:defRPr>
                <a:solidFill>
                  <a:schemeClr val="lt1"/>
                </a:solidFill>
                <a:latin typeface="Calibri"/>
                <a:ea typeface="Calibri"/>
                <a:cs typeface="Calibri"/>
                <a:sym typeface="Calibri"/>
              </a:defRPr>
            </a:lvl3pPr>
            <a:lvl4pPr lvl="3" rtl="0">
              <a:spcBef>
                <a:spcPts val="0"/>
              </a:spcBef>
              <a:buClr>
                <a:schemeClr val="lt1"/>
              </a:buClr>
              <a:buSzPct val="100000"/>
              <a:buFont typeface="Calibri"/>
              <a:defRPr sz="1200">
                <a:solidFill>
                  <a:schemeClr val="lt1"/>
                </a:solidFill>
                <a:latin typeface="Calibri"/>
                <a:ea typeface="Calibri"/>
                <a:cs typeface="Calibri"/>
                <a:sym typeface="Calibri"/>
              </a:defRPr>
            </a:lvl4pPr>
            <a:lvl5pPr lvl="4" rtl="0">
              <a:spcBef>
                <a:spcPts val="0"/>
              </a:spcBef>
              <a:buClr>
                <a:schemeClr val="lt1"/>
              </a:buClr>
              <a:buSzPct val="100000"/>
              <a:buFont typeface="Calibri"/>
              <a:defRPr sz="1200">
                <a:solidFill>
                  <a:schemeClr val="lt1"/>
                </a:solidFill>
                <a:latin typeface="Calibri"/>
                <a:ea typeface="Calibri"/>
                <a:cs typeface="Calibri"/>
                <a:sym typeface="Calibri"/>
              </a:defRPr>
            </a:lvl5pPr>
            <a:lvl6pPr lvl="5" rtl="0">
              <a:spcBef>
                <a:spcPts val="0"/>
              </a:spcBef>
              <a:buClr>
                <a:schemeClr val="lt1"/>
              </a:buClr>
              <a:buSzPct val="100000"/>
              <a:buFont typeface="Calibri"/>
              <a:defRPr sz="1200">
                <a:solidFill>
                  <a:schemeClr val="lt1"/>
                </a:solidFill>
                <a:latin typeface="Calibri"/>
                <a:ea typeface="Calibri"/>
                <a:cs typeface="Calibri"/>
                <a:sym typeface="Calibri"/>
              </a:defRPr>
            </a:lvl6pPr>
            <a:lvl7pPr lvl="6" rtl="0">
              <a:spcBef>
                <a:spcPts val="0"/>
              </a:spcBef>
              <a:buClr>
                <a:schemeClr val="lt1"/>
              </a:buClr>
              <a:buSzPct val="100000"/>
              <a:buFont typeface="Calibri"/>
              <a:defRPr sz="1200">
                <a:solidFill>
                  <a:schemeClr val="lt1"/>
                </a:solidFill>
                <a:latin typeface="Calibri"/>
                <a:ea typeface="Calibri"/>
                <a:cs typeface="Calibri"/>
                <a:sym typeface="Calibri"/>
              </a:defRPr>
            </a:lvl7pPr>
            <a:lvl8pPr lvl="7" rtl="0">
              <a:spcBef>
                <a:spcPts val="0"/>
              </a:spcBef>
              <a:buClr>
                <a:schemeClr val="lt1"/>
              </a:buClr>
              <a:buSzPct val="100000"/>
              <a:buFont typeface="Calibri"/>
              <a:defRPr sz="1200">
                <a:solidFill>
                  <a:schemeClr val="lt1"/>
                </a:solidFill>
                <a:latin typeface="Calibri"/>
                <a:ea typeface="Calibri"/>
                <a:cs typeface="Calibri"/>
                <a:sym typeface="Calibri"/>
              </a:defRPr>
            </a:lvl8pPr>
            <a:lvl9pPr lvl="8" rtl="0">
              <a:spcBef>
                <a:spcPts val="0"/>
              </a:spcBef>
              <a:buClr>
                <a:schemeClr val="lt1"/>
              </a:buClr>
              <a:buSzPct val="100000"/>
              <a:buFont typeface="Calibri"/>
              <a:defRPr sz="1200">
                <a:solidFill>
                  <a:schemeClr val="lt1"/>
                </a:solidFill>
                <a:latin typeface="Calibri"/>
                <a:ea typeface="Calibri"/>
                <a:cs typeface="Calibri"/>
                <a:sym typeface="Calibri"/>
              </a:defRPr>
            </a:lvl9pPr>
          </a:lstStyle>
          <a:p>
            <a:endParaRPr/>
          </a:p>
        </p:txBody>
      </p:sp>
      <p:pic>
        <p:nvPicPr>
          <p:cNvPr id="42" name="Shape 42"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Main Point">
    <p:spTree>
      <p:nvGrpSpPr>
        <p:cNvPr id="1" name="Shape 43"/>
        <p:cNvGrpSpPr/>
        <p:nvPr/>
      </p:nvGrpSpPr>
      <p:grpSpPr>
        <a:xfrm>
          <a:off x="0" y="0"/>
          <a:ext cx="0" cy="0"/>
          <a:chOff x="0" y="0"/>
          <a:chExt cx="0" cy="0"/>
        </a:xfrm>
      </p:grpSpPr>
      <p:sp>
        <p:nvSpPr>
          <p:cNvPr id="44" name="Shape 44"/>
          <p:cNvSpPr txBox="1">
            <a:spLocks noGrp="1"/>
          </p:cNvSpPr>
          <p:nvPr>
            <p:ph type="title"/>
          </p:nvPr>
        </p:nvSpPr>
        <p:spPr>
          <a:xfrm>
            <a:off x="490250" y="488250"/>
            <a:ext cx="8034000" cy="4090800"/>
          </a:xfrm>
          <a:prstGeom prst="rect">
            <a:avLst/>
          </a:prstGeom>
        </p:spPr>
        <p:txBody>
          <a:bodyPr lIns="91425" tIns="91425" rIns="91425" bIns="91425" anchor="ctr" anchorCtr="0"/>
          <a:lstStyle>
            <a:lvl1pPr lvl="0" rtl="0">
              <a:spcBef>
                <a:spcPts val="0"/>
              </a:spcBef>
              <a:buSzPct val="100000"/>
              <a:defRPr sz="6000"/>
            </a:lvl1pPr>
            <a:lvl2pPr lvl="1" rtl="0">
              <a:spcBef>
                <a:spcPts val="0"/>
              </a:spcBef>
              <a:buSzPct val="100000"/>
              <a:defRPr sz="6000"/>
            </a:lvl2pPr>
            <a:lvl3pPr lvl="2" rtl="0">
              <a:spcBef>
                <a:spcPts val="0"/>
              </a:spcBef>
              <a:buSzPct val="100000"/>
              <a:defRPr sz="6000"/>
            </a:lvl3pPr>
            <a:lvl4pPr lvl="3" rtl="0">
              <a:spcBef>
                <a:spcPts val="0"/>
              </a:spcBef>
              <a:buSzPct val="100000"/>
              <a:defRPr sz="6000"/>
            </a:lvl4pPr>
            <a:lvl5pPr lvl="4" rtl="0">
              <a:spcBef>
                <a:spcPts val="0"/>
              </a:spcBef>
              <a:buSzPct val="100000"/>
              <a:defRPr sz="6000"/>
            </a:lvl5pPr>
            <a:lvl6pPr lvl="5" rtl="0">
              <a:spcBef>
                <a:spcPts val="0"/>
              </a:spcBef>
              <a:buSzPct val="100000"/>
              <a:defRPr sz="6000"/>
            </a:lvl6pPr>
            <a:lvl7pPr lvl="6" rtl="0">
              <a:spcBef>
                <a:spcPts val="0"/>
              </a:spcBef>
              <a:buSzPct val="100000"/>
              <a:defRPr sz="6000"/>
            </a:lvl7pPr>
            <a:lvl8pPr lvl="7" rtl="0">
              <a:spcBef>
                <a:spcPts val="0"/>
              </a:spcBef>
              <a:buSzPct val="100000"/>
              <a:defRPr sz="6000"/>
            </a:lvl8pPr>
            <a:lvl9pPr lvl="8" rtl="0">
              <a:spcBef>
                <a:spcPts val="0"/>
              </a:spcBef>
              <a:buSzPct val="100000"/>
              <a:defRPr sz="6000"/>
            </a:lvl9pPr>
          </a:lstStyle>
          <a:p>
            <a:endParaRPr/>
          </a:p>
        </p:txBody>
      </p:sp>
      <p:pic>
        <p:nvPicPr>
          <p:cNvPr id="45" name="Shape 4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Split Summary">
    <p:spTree>
      <p:nvGrpSpPr>
        <p:cNvPr id="1" name="Shape 46"/>
        <p:cNvGrpSpPr/>
        <p:nvPr/>
      </p:nvGrpSpPr>
      <p:grpSpPr>
        <a:xfrm>
          <a:off x="0" y="0"/>
          <a:ext cx="0" cy="0"/>
          <a:chOff x="0" y="0"/>
          <a:chExt cx="0" cy="0"/>
        </a:xfrm>
      </p:grpSpPr>
      <p:sp>
        <p:nvSpPr>
          <p:cNvPr id="47" name="Shape 47"/>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48" name="Shape 48"/>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9" name="Shape 49"/>
          <p:cNvSpPr txBox="1">
            <a:spLocks noGrp="1"/>
          </p:cNvSpPr>
          <p:nvPr>
            <p:ph type="title"/>
          </p:nvPr>
        </p:nvSpPr>
        <p:spPr>
          <a:xfrm>
            <a:off x="265500" y="1233175"/>
            <a:ext cx="4045200" cy="1482300"/>
          </a:xfrm>
          <a:prstGeom prst="rect">
            <a:avLst/>
          </a:prstGeom>
        </p:spPr>
        <p:txBody>
          <a:bodyPr lIns="91425" tIns="91425" rIns="91425" bIns="91425" anchor="b" anchorCtr="0"/>
          <a:lstStyle>
            <a:lvl1pPr lvl="0" algn="ctr" rtl="0">
              <a:spcBef>
                <a:spcPts val="0"/>
              </a:spcBef>
              <a:buClr>
                <a:srgbClr val="434343"/>
              </a:buClr>
              <a:buSzPct val="100000"/>
              <a:defRPr sz="4200">
                <a:solidFill>
                  <a:srgbClr val="434343"/>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0" name="Shape 50"/>
          <p:cNvSpPr txBox="1">
            <a:spLocks noGrp="1"/>
          </p:cNvSpPr>
          <p:nvPr>
            <p:ph type="subTitle" idx="1"/>
          </p:nvPr>
        </p:nvSpPr>
        <p:spPr>
          <a:xfrm>
            <a:off x="265500" y="2779466"/>
            <a:ext cx="4045200" cy="1235099"/>
          </a:xfrm>
          <a:prstGeom prst="rect">
            <a:avLst/>
          </a:prstGeom>
        </p:spPr>
        <p:txBody>
          <a:bodyPr lIns="91425" tIns="91425" rIns="91425" bIns="91425" anchor="t" anchorCtr="0"/>
          <a:lstStyle>
            <a:lvl1pPr lvl="0" algn="ctr" rtl="0">
              <a:lnSpc>
                <a:spcPct val="100000"/>
              </a:lnSpc>
              <a:spcBef>
                <a:spcPts val="0"/>
              </a:spcBef>
              <a:spcAft>
                <a:spcPts val="0"/>
              </a:spcAft>
              <a:buSzPct val="100000"/>
              <a:buFont typeface="Calibri"/>
              <a:buNone/>
              <a:defRPr sz="2100">
                <a:latin typeface="Calibri"/>
                <a:ea typeface="Calibri"/>
                <a:cs typeface="Calibri"/>
                <a:sym typeface="Calibri"/>
              </a:defRPr>
            </a:lvl1pPr>
            <a:lvl2pPr lvl="1" algn="ctr" rtl="0">
              <a:lnSpc>
                <a:spcPct val="100000"/>
              </a:lnSpc>
              <a:spcBef>
                <a:spcPts val="0"/>
              </a:spcBef>
              <a:spcAft>
                <a:spcPts val="0"/>
              </a:spcAft>
              <a:buSzPct val="100000"/>
              <a:buNone/>
              <a:defRPr sz="2100"/>
            </a:lvl2pPr>
            <a:lvl3pPr lvl="2" algn="ctr" rtl="0">
              <a:lnSpc>
                <a:spcPct val="100000"/>
              </a:lnSpc>
              <a:spcBef>
                <a:spcPts val="0"/>
              </a:spcBef>
              <a:spcAft>
                <a:spcPts val="0"/>
              </a:spcAft>
              <a:buSzPct val="100000"/>
              <a:buNone/>
              <a:defRPr sz="2100"/>
            </a:lvl3pPr>
            <a:lvl4pPr lvl="3" algn="ctr" rtl="0">
              <a:lnSpc>
                <a:spcPct val="100000"/>
              </a:lnSpc>
              <a:spcBef>
                <a:spcPts val="0"/>
              </a:spcBef>
              <a:spcAft>
                <a:spcPts val="0"/>
              </a:spcAft>
              <a:buSzPct val="100000"/>
              <a:buNone/>
              <a:defRPr sz="2100"/>
            </a:lvl4pPr>
            <a:lvl5pPr lvl="4" algn="ctr" rtl="0">
              <a:lnSpc>
                <a:spcPct val="100000"/>
              </a:lnSpc>
              <a:spcBef>
                <a:spcPts val="0"/>
              </a:spcBef>
              <a:spcAft>
                <a:spcPts val="0"/>
              </a:spcAft>
              <a:buSzPct val="100000"/>
              <a:buNone/>
              <a:defRPr sz="2100"/>
            </a:lvl5pPr>
            <a:lvl6pPr lvl="5" algn="ctr" rtl="0">
              <a:lnSpc>
                <a:spcPct val="100000"/>
              </a:lnSpc>
              <a:spcBef>
                <a:spcPts val="0"/>
              </a:spcBef>
              <a:spcAft>
                <a:spcPts val="0"/>
              </a:spcAft>
              <a:buSzPct val="100000"/>
              <a:buNone/>
              <a:defRPr sz="2100"/>
            </a:lvl6pPr>
            <a:lvl7pPr lvl="6" algn="ctr" rtl="0">
              <a:lnSpc>
                <a:spcPct val="100000"/>
              </a:lnSpc>
              <a:spcBef>
                <a:spcPts val="0"/>
              </a:spcBef>
              <a:spcAft>
                <a:spcPts val="0"/>
              </a:spcAft>
              <a:buSzPct val="100000"/>
              <a:buNone/>
              <a:defRPr sz="2100"/>
            </a:lvl7pPr>
            <a:lvl8pPr lvl="7" algn="ctr" rtl="0">
              <a:lnSpc>
                <a:spcPct val="100000"/>
              </a:lnSpc>
              <a:spcBef>
                <a:spcPts val="0"/>
              </a:spcBef>
              <a:spcAft>
                <a:spcPts val="0"/>
              </a:spcAft>
              <a:buSzPct val="100000"/>
              <a:buNone/>
              <a:defRPr sz="2100"/>
            </a:lvl8pPr>
            <a:lvl9pPr lvl="8" algn="ctr" rtl="0">
              <a:lnSpc>
                <a:spcPct val="100000"/>
              </a:lnSpc>
              <a:spcBef>
                <a:spcPts val="0"/>
              </a:spcBef>
              <a:spcAft>
                <a:spcPts val="0"/>
              </a:spcAft>
              <a:buSzPct val="100000"/>
              <a:buNone/>
              <a:defRPr sz="2100"/>
            </a:lvl9pPr>
          </a:lstStyle>
          <a:p>
            <a:endParaRPr/>
          </a:p>
        </p:txBody>
      </p:sp>
      <p:sp>
        <p:nvSpPr>
          <p:cNvPr id="51" name="Shape 51"/>
          <p:cNvSpPr txBox="1">
            <a:spLocks noGrp="1"/>
          </p:cNvSpPr>
          <p:nvPr>
            <p:ph type="body" idx="2"/>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2" name="Shape 5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Author Profile">
    <p:spTree>
      <p:nvGrpSpPr>
        <p:cNvPr id="1" name="Shape 53"/>
        <p:cNvGrpSpPr/>
        <p:nvPr/>
      </p:nvGrpSpPr>
      <p:grpSpPr>
        <a:xfrm>
          <a:off x="0" y="0"/>
          <a:ext cx="0" cy="0"/>
          <a:chOff x="0" y="0"/>
          <a:chExt cx="0" cy="0"/>
        </a:xfrm>
      </p:grpSpPr>
      <p:sp>
        <p:nvSpPr>
          <p:cNvPr id="54" name="Shape 54"/>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55" name="Shape 55"/>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56" name="Shape 56"/>
          <p:cNvSpPr txBox="1">
            <a:spLocks noGrp="1"/>
          </p:cNvSpPr>
          <p:nvPr>
            <p:ph type="title"/>
          </p:nvPr>
        </p:nvSpPr>
        <p:spPr>
          <a:xfrm>
            <a:off x="265500" y="3387625"/>
            <a:ext cx="4045200" cy="1482300"/>
          </a:xfrm>
          <a:prstGeom prst="rect">
            <a:avLst/>
          </a:prstGeom>
        </p:spPr>
        <p:txBody>
          <a:bodyPr lIns="91425" tIns="91425" rIns="91425" bIns="91425" anchor="t" anchorCtr="0"/>
          <a:lstStyle>
            <a:lvl1pPr lvl="0" algn="ctr" rtl="0">
              <a:spcBef>
                <a:spcPts val="0"/>
              </a:spcBef>
              <a:buClr>
                <a:srgbClr val="4285F4"/>
              </a:buClr>
              <a:buSzPct val="100000"/>
              <a:defRPr sz="2400">
                <a:solidFill>
                  <a:srgbClr val="4285F4"/>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7" name="Shape 57"/>
          <p:cNvSpPr txBox="1">
            <a:spLocks noGrp="1"/>
          </p:cNvSpPr>
          <p:nvPr>
            <p:ph type="body" idx="1"/>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8" name="Shape 5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pic>
        <p:nvPicPr>
          <p:cNvPr id="59" name="Shape 59" descr="Corporate headshot of a man"/>
          <p:cNvPicPr preferRelativeResize="0"/>
          <p:nvPr/>
        </p:nvPicPr>
        <p:blipFill>
          <a:blip r:embed="rId3">
            <a:alphaModFix/>
          </a:blip>
          <a:stretch>
            <a:fillRect/>
          </a:stretch>
        </p:blipFill>
        <p:spPr>
          <a:xfrm>
            <a:off x="1142554" y="917976"/>
            <a:ext cx="2291100" cy="2291100"/>
          </a:xfrm>
          <a:prstGeom prst="ellipse">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Caption">
    <p:spTree>
      <p:nvGrpSpPr>
        <p:cNvPr id="1" name="Shape 60"/>
        <p:cNvGrpSpPr/>
        <p:nvPr/>
      </p:nvGrpSpPr>
      <p:grpSpPr>
        <a:xfrm>
          <a:off x="0" y="0"/>
          <a:ext cx="0" cy="0"/>
          <a:chOff x="0" y="0"/>
          <a:chExt cx="0" cy="0"/>
        </a:xfrm>
      </p:grpSpPr>
      <p:sp>
        <p:nvSpPr>
          <p:cNvPr id="61" name="Shape 61"/>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62" name="Shape 62"/>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63" name="Shape 63"/>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ig Number">
    <p:spTree>
      <p:nvGrpSpPr>
        <p:cNvPr id="1" name="Shape 64"/>
        <p:cNvGrpSpPr/>
        <p:nvPr/>
      </p:nvGrpSpPr>
      <p:grpSpPr>
        <a:xfrm>
          <a:off x="0" y="0"/>
          <a:ext cx="0" cy="0"/>
          <a:chOff x="0" y="0"/>
          <a:chExt cx="0" cy="0"/>
        </a:xfrm>
      </p:grpSpPr>
      <p:sp>
        <p:nvSpPr>
          <p:cNvPr id="65" name="Shape 65"/>
          <p:cNvSpPr txBox="1">
            <a:spLocks noGrp="1"/>
          </p:cNvSpPr>
          <p:nvPr>
            <p:ph type="title"/>
          </p:nvPr>
        </p:nvSpPr>
        <p:spPr>
          <a:xfrm>
            <a:off x="460950" y="1248300"/>
            <a:ext cx="8222100" cy="1963500"/>
          </a:xfrm>
          <a:prstGeom prst="rect">
            <a:avLst/>
          </a:prstGeom>
        </p:spPr>
        <p:txBody>
          <a:bodyPr lIns="91425" tIns="91425" rIns="91425" bIns="91425" anchor="b" anchorCtr="0"/>
          <a:lstStyle>
            <a:lvl1pPr lvl="0" algn="ctr" rtl="0">
              <a:spcBef>
                <a:spcPts val="0"/>
              </a:spcBef>
              <a:buClr>
                <a:srgbClr val="F3F3F3"/>
              </a:buClr>
              <a:buSzPct val="100000"/>
              <a:defRPr sz="12000">
                <a:solidFill>
                  <a:srgbClr val="F3F3F3"/>
                </a:solidFill>
              </a:defRPr>
            </a:lvl1pPr>
            <a:lvl2pPr lvl="1" algn="ctr" rtl="0">
              <a:spcBef>
                <a:spcPts val="0"/>
              </a:spcBef>
              <a:buClr>
                <a:schemeClr val="dk2"/>
              </a:buClr>
              <a:buSzPct val="100000"/>
              <a:defRPr sz="12000">
                <a:solidFill>
                  <a:schemeClr val="dk2"/>
                </a:solidFill>
              </a:defRPr>
            </a:lvl2pPr>
            <a:lvl3pPr lvl="2" algn="ctr" rtl="0">
              <a:spcBef>
                <a:spcPts val="0"/>
              </a:spcBef>
              <a:buClr>
                <a:schemeClr val="dk2"/>
              </a:buClr>
              <a:buSzPct val="100000"/>
              <a:defRPr sz="12000">
                <a:solidFill>
                  <a:schemeClr val="dk2"/>
                </a:solidFill>
              </a:defRPr>
            </a:lvl3pPr>
            <a:lvl4pPr lvl="3" algn="ctr" rtl="0">
              <a:spcBef>
                <a:spcPts val="0"/>
              </a:spcBef>
              <a:buClr>
                <a:schemeClr val="dk2"/>
              </a:buClr>
              <a:buSzPct val="100000"/>
              <a:defRPr sz="12000">
                <a:solidFill>
                  <a:schemeClr val="dk2"/>
                </a:solidFill>
              </a:defRPr>
            </a:lvl4pPr>
            <a:lvl5pPr lvl="4" algn="ctr" rtl="0">
              <a:spcBef>
                <a:spcPts val="0"/>
              </a:spcBef>
              <a:buClr>
                <a:schemeClr val="dk2"/>
              </a:buClr>
              <a:buSzPct val="100000"/>
              <a:defRPr sz="12000">
                <a:solidFill>
                  <a:schemeClr val="dk2"/>
                </a:solidFill>
              </a:defRPr>
            </a:lvl5pPr>
            <a:lvl6pPr lvl="5" algn="ctr" rtl="0">
              <a:spcBef>
                <a:spcPts val="0"/>
              </a:spcBef>
              <a:buClr>
                <a:schemeClr val="dk2"/>
              </a:buClr>
              <a:buSzPct val="100000"/>
              <a:defRPr sz="12000">
                <a:solidFill>
                  <a:schemeClr val="dk2"/>
                </a:solidFill>
              </a:defRPr>
            </a:lvl6pPr>
            <a:lvl7pPr lvl="6" algn="ctr" rtl="0">
              <a:spcBef>
                <a:spcPts val="0"/>
              </a:spcBef>
              <a:buClr>
                <a:schemeClr val="dk2"/>
              </a:buClr>
              <a:buSzPct val="100000"/>
              <a:defRPr sz="12000">
                <a:solidFill>
                  <a:schemeClr val="dk2"/>
                </a:solidFill>
              </a:defRPr>
            </a:lvl7pPr>
            <a:lvl8pPr lvl="7" algn="ctr" rtl="0">
              <a:spcBef>
                <a:spcPts val="0"/>
              </a:spcBef>
              <a:buClr>
                <a:schemeClr val="dk2"/>
              </a:buClr>
              <a:buSzPct val="100000"/>
              <a:defRPr sz="12000">
                <a:solidFill>
                  <a:schemeClr val="dk2"/>
                </a:solidFill>
              </a:defRPr>
            </a:lvl8pPr>
            <a:lvl9pPr lvl="8" algn="ctr" rtl="0">
              <a:spcBef>
                <a:spcPts val="0"/>
              </a:spcBef>
              <a:buClr>
                <a:schemeClr val="dk2"/>
              </a:buClr>
              <a:buSzPct val="100000"/>
              <a:defRPr sz="12000">
                <a:solidFill>
                  <a:schemeClr val="dk2"/>
                </a:solidFill>
              </a:defRPr>
            </a:lvl9pPr>
          </a:lstStyle>
          <a:p>
            <a:endParaRPr/>
          </a:p>
        </p:txBody>
      </p:sp>
      <p:sp>
        <p:nvSpPr>
          <p:cNvPr id="66" name="Shape 66"/>
          <p:cNvSpPr txBox="1">
            <a:spLocks noGrp="1"/>
          </p:cNvSpPr>
          <p:nvPr>
            <p:ph type="body" idx="1"/>
          </p:nvPr>
        </p:nvSpPr>
        <p:spPr>
          <a:xfrm>
            <a:off x="1595400" y="3273925"/>
            <a:ext cx="5953200" cy="1300800"/>
          </a:xfrm>
          <a:prstGeom prst="rect">
            <a:avLst/>
          </a:prstGeom>
        </p:spPr>
        <p:txBody>
          <a:bodyPr lIns="91425" tIns="91425" rIns="91425" bIns="91425" anchor="t" anchorCtr="0"/>
          <a:lstStyle>
            <a:lvl1pPr lvl="0" algn="ctr" rtl="0">
              <a:spcBef>
                <a:spcPts val="0"/>
              </a:spcBef>
              <a:buClr>
                <a:srgbClr val="F3F3F3"/>
              </a:buClr>
              <a:buFont typeface="Calibri"/>
              <a:defRPr>
                <a:solidFill>
                  <a:srgbClr val="F3F3F3"/>
                </a:solidFill>
                <a:latin typeface="Calibri"/>
                <a:ea typeface="Calibri"/>
                <a:cs typeface="Calibri"/>
                <a:sym typeface="Calibri"/>
              </a:defRPr>
            </a:lvl1pPr>
            <a:lvl2pPr lvl="1" algn="ctr" rtl="0">
              <a:spcBef>
                <a:spcPts val="0"/>
              </a:spcBef>
              <a:buClr>
                <a:srgbClr val="F3F3F3"/>
              </a:buClr>
              <a:buFont typeface="Calibri"/>
              <a:defRPr>
                <a:solidFill>
                  <a:srgbClr val="F3F3F3"/>
                </a:solidFill>
                <a:latin typeface="Calibri"/>
                <a:ea typeface="Calibri"/>
                <a:cs typeface="Calibri"/>
                <a:sym typeface="Calibri"/>
              </a:defRPr>
            </a:lvl2pPr>
            <a:lvl3pPr lvl="2" algn="ctr" rtl="0">
              <a:spcBef>
                <a:spcPts val="0"/>
              </a:spcBef>
              <a:buClr>
                <a:srgbClr val="F3F3F3"/>
              </a:buClr>
              <a:buFont typeface="Calibri"/>
              <a:defRPr>
                <a:solidFill>
                  <a:srgbClr val="F3F3F3"/>
                </a:solidFill>
                <a:latin typeface="Calibri"/>
                <a:ea typeface="Calibri"/>
                <a:cs typeface="Calibri"/>
                <a:sym typeface="Calibri"/>
              </a:defRPr>
            </a:lvl3pPr>
            <a:lvl4pPr lvl="3" algn="ctr" rtl="0">
              <a:spcBef>
                <a:spcPts val="0"/>
              </a:spcBef>
              <a:buClr>
                <a:srgbClr val="F3F3F3"/>
              </a:buClr>
              <a:buFont typeface="Calibri"/>
              <a:defRPr>
                <a:solidFill>
                  <a:srgbClr val="F3F3F3"/>
                </a:solidFill>
                <a:latin typeface="Calibri"/>
                <a:ea typeface="Calibri"/>
                <a:cs typeface="Calibri"/>
                <a:sym typeface="Calibri"/>
              </a:defRPr>
            </a:lvl4pPr>
            <a:lvl5pPr lvl="4" algn="ctr" rtl="0">
              <a:spcBef>
                <a:spcPts val="0"/>
              </a:spcBef>
              <a:buClr>
                <a:srgbClr val="F3F3F3"/>
              </a:buClr>
              <a:buFont typeface="Calibri"/>
              <a:defRPr>
                <a:solidFill>
                  <a:srgbClr val="F3F3F3"/>
                </a:solidFill>
                <a:latin typeface="Calibri"/>
                <a:ea typeface="Calibri"/>
                <a:cs typeface="Calibri"/>
                <a:sym typeface="Calibri"/>
              </a:defRPr>
            </a:lvl5pPr>
            <a:lvl6pPr lvl="5" algn="ctr" rtl="0">
              <a:spcBef>
                <a:spcPts val="0"/>
              </a:spcBef>
              <a:buClr>
                <a:srgbClr val="F3F3F3"/>
              </a:buClr>
              <a:buFont typeface="Calibri"/>
              <a:defRPr>
                <a:solidFill>
                  <a:srgbClr val="F3F3F3"/>
                </a:solidFill>
                <a:latin typeface="Calibri"/>
                <a:ea typeface="Calibri"/>
                <a:cs typeface="Calibri"/>
                <a:sym typeface="Calibri"/>
              </a:defRPr>
            </a:lvl6pPr>
            <a:lvl7pPr lvl="6" algn="ctr" rtl="0">
              <a:spcBef>
                <a:spcPts val="0"/>
              </a:spcBef>
              <a:buClr>
                <a:srgbClr val="F3F3F3"/>
              </a:buClr>
              <a:buFont typeface="Calibri"/>
              <a:defRPr>
                <a:solidFill>
                  <a:srgbClr val="F3F3F3"/>
                </a:solidFill>
                <a:latin typeface="Calibri"/>
                <a:ea typeface="Calibri"/>
                <a:cs typeface="Calibri"/>
                <a:sym typeface="Calibri"/>
              </a:defRPr>
            </a:lvl7pPr>
            <a:lvl8pPr lvl="7" algn="ctr" rtl="0">
              <a:spcBef>
                <a:spcPts val="0"/>
              </a:spcBef>
              <a:buClr>
                <a:srgbClr val="F3F3F3"/>
              </a:buClr>
              <a:buFont typeface="Calibri"/>
              <a:defRPr>
                <a:solidFill>
                  <a:srgbClr val="F3F3F3"/>
                </a:solidFill>
                <a:latin typeface="Calibri"/>
                <a:ea typeface="Calibri"/>
                <a:cs typeface="Calibri"/>
                <a:sym typeface="Calibri"/>
              </a:defRPr>
            </a:lvl8pPr>
            <a:lvl9pPr lvl="8" algn="ctr" rtl="0">
              <a:spcBef>
                <a:spcPts val="0"/>
              </a:spcBef>
              <a:buClr>
                <a:srgbClr val="F3F3F3"/>
              </a:buClr>
              <a:buFont typeface="Calibri"/>
              <a:defRPr>
                <a:solidFill>
                  <a:srgbClr val="F3F3F3"/>
                </a:solidFill>
                <a:latin typeface="Calibri"/>
                <a:ea typeface="Calibri"/>
                <a:cs typeface="Calibri"/>
                <a:sym typeface="Calibri"/>
              </a:defRPr>
            </a:lvl9pPr>
          </a:lstStyle>
          <a:p>
            <a:endParaRPr/>
          </a:p>
        </p:txBody>
      </p:sp>
      <p:pic>
        <p:nvPicPr>
          <p:cNvPr id="67" name="Shape 67"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68"/>
        <p:cNvGrpSpPr/>
        <p:nvPr/>
      </p:nvGrpSpPr>
      <p:grpSpPr>
        <a:xfrm>
          <a:off x="0" y="0"/>
          <a:ext cx="0" cy="0"/>
          <a:chOff x="0" y="0"/>
          <a:chExt cx="0" cy="0"/>
        </a:xfrm>
      </p:grpSpPr>
      <p:pic>
        <p:nvPicPr>
          <p:cNvPr id="69" name="Shape 69"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ection End">
    <p:spTree>
      <p:nvGrpSpPr>
        <p:cNvPr id="1" name="Shape 70"/>
        <p:cNvGrpSpPr/>
        <p:nvPr/>
      </p:nvGrpSpPr>
      <p:grpSpPr>
        <a:xfrm>
          <a:off x="0" y="0"/>
          <a:ext cx="0" cy="0"/>
          <a:chOff x="0" y="0"/>
          <a:chExt cx="0" cy="0"/>
        </a:xfrm>
      </p:grpSpPr>
      <p:sp>
        <p:nvSpPr>
          <p:cNvPr id="71" name="Shape 71"/>
          <p:cNvSpPr txBox="1">
            <a:spLocks noGrp="1"/>
          </p:cNvSpPr>
          <p:nvPr>
            <p:ph type="body" idx="1"/>
          </p:nvPr>
        </p:nvSpPr>
        <p:spPr>
          <a:xfrm>
            <a:off x="4570050" y="564750"/>
            <a:ext cx="4106100" cy="4014000"/>
          </a:xfrm>
          <a:prstGeom prst="rect">
            <a:avLst/>
          </a:prstGeom>
        </p:spPr>
        <p:txBody>
          <a:bodyPr lIns="91425" tIns="91425" rIns="91425" bIns="91425" anchor="ctr" anchorCtr="0"/>
          <a:lstStyle>
            <a:lvl1pPr lvl="0">
              <a:spcBef>
                <a:spcPts val="0"/>
              </a:spcBef>
              <a:buClr>
                <a:srgbClr val="FFFFFF"/>
              </a:buClr>
              <a:defRPr>
                <a:solidFill>
                  <a:srgbClr val="FFFFFF"/>
                </a:solidFill>
              </a:defRPr>
            </a:lvl1pPr>
            <a:lvl2pPr lvl="1">
              <a:spcBef>
                <a:spcPts val="0"/>
              </a:spcBef>
              <a:buClr>
                <a:srgbClr val="FFFFFF"/>
              </a:buClr>
              <a:defRPr>
                <a:solidFill>
                  <a:srgbClr val="FFFFFF"/>
                </a:solidFill>
              </a:defRPr>
            </a:lvl2pPr>
            <a:lvl3pPr lvl="2">
              <a:spcBef>
                <a:spcPts val="0"/>
              </a:spcBef>
              <a:buClr>
                <a:srgbClr val="FFFFFF"/>
              </a:buClr>
              <a:defRPr>
                <a:solidFill>
                  <a:srgbClr val="FFFFFF"/>
                </a:solidFill>
              </a:defRPr>
            </a:lvl3pPr>
            <a:lvl4pPr lvl="3">
              <a:spcBef>
                <a:spcPts val="0"/>
              </a:spcBef>
              <a:buClr>
                <a:srgbClr val="FFFFFF"/>
              </a:buClr>
              <a:defRPr>
                <a:solidFill>
                  <a:srgbClr val="FFFFFF"/>
                </a:solidFill>
              </a:defRPr>
            </a:lvl4pPr>
            <a:lvl5pPr lvl="4">
              <a:spcBef>
                <a:spcPts val="0"/>
              </a:spcBef>
              <a:buClr>
                <a:srgbClr val="FFFFFF"/>
              </a:buClr>
              <a:defRPr>
                <a:solidFill>
                  <a:srgbClr val="FFFFFF"/>
                </a:solidFill>
              </a:defRPr>
            </a:lvl5pPr>
            <a:lvl6pPr lvl="5">
              <a:spcBef>
                <a:spcPts val="0"/>
              </a:spcBef>
              <a:buClr>
                <a:srgbClr val="FFFFFF"/>
              </a:buClr>
              <a:defRPr>
                <a:solidFill>
                  <a:srgbClr val="FFFFFF"/>
                </a:solidFill>
              </a:defRPr>
            </a:lvl6pPr>
            <a:lvl7pPr lvl="6">
              <a:spcBef>
                <a:spcPts val="0"/>
              </a:spcBef>
              <a:buClr>
                <a:srgbClr val="FFFFFF"/>
              </a:buClr>
              <a:defRPr>
                <a:solidFill>
                  <a:srgbClr val="FFFFFF"/>
                </a:solidFill>
              </a:defRPr>
            </a:lvl7pPr>
            <a:lvl8pPr lvl="7">
              <a:spcBef>
                <a:spcPts val="0"/>
              </a:spcBef>
              <a:buClr>
                <a:srgbClr val="FFFFFF"/>
              </a:buClr>
              <a:defRPr>
                <a:solidFill>
                  <a:srgbClr val="FFFFFF"/>
                </a:solidFill>
              </a:defRPr>
            </a:lvl8pPr>
            <a:lvl9pPr lvl="8">
              <a:spcBef>
                <a:spcPts val="0"/>
              </a:spcBef>
              <a:buClr>
                <a:srgbClr val="FFFFFF"/>
              </a:buClr>
              <a:defRPr>
                <a:solidFill>
                  <a:srgbClr val="FFFFFF"/>
                </a:solidFill>
              </a:defRPr>
            </a:lvl9pPr>
          </a:lstStyle>
          <a:p>
            <a:endParaRPr/>
          </a:p>
        </p:txBody>
      </p:sp>
      <p:pic>
        <p:nvPicPr>
          <p:cNvPr id="72" name="Shape 72" descr="Packt-Logo-white.png"/>
          <p:cNvPicPr preferRelativeResize="0"/>
          <p:nvPr/>
        </p:nvPicPr>
        <p:blipFill>
          <a:blip r:embed="rId2">
            <a:alphaModFix/>
          </a:blip>
          <a:stretch>
            <a:fillRect/>
          </a:stretch>
        </p:blipFill>
        <p:spPr>
          <a:xfrm>
            <a:off x="112750" y="1763405"/>
            <a:ext cx="3382881" cy="161666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73"/>
        <p:cNvGrpSpPr/>
        <p:nvPr/>
      </p:nvGrpSpPr>
      <p:grpSpPr>
        <a:xfrm>
          <a:off x="0" y="0"/>
          <a:ext cx="0" cy="0"/>
          <a:chOff x="0" y="0"/>
          <a:chExt cx="0" cy="0"/>
        </a:xfrm>
      </p:grpSpPr>
      <p:pic>
        <p:nvPicPr>
          <p:cNvPr id="74" name="Shape 7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Blank (Classic)">
    <p:bg>
      <p:bgPr>
        <a:solidFill>
          <a:srgbClr val="333333"/>
        </a:solidFill>
        <a:effectLst/>
      </p:bgPr>
    </p:bg>
    <p:spTree>
      <p:nvGrpSpPr>
        <p:cNvPr id="1" name="Shape 75"/>
        <p:cNvGrpSpPr/>
        <p:nvPr/>
      </p:nvGrpSpPr>
      <p:grpSpPr>
        <a:xfrm>
          <a:off x="0" y="0"/>
          <a:ext cx="0" cy="0"/>
          <a:chOff x="0" y="0"/>
          <a:chExt cx="0" cy="0"/>
        </a:xfrm>
      </p:grpSpPr>
      <p:pic>
        <p:nvPicPr>
          <p:cNvPr id="76" name="Shape 7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77"/>
        <p:cNvGrpSpPr/>
        <p:nvPr/>
      </p:nvGrpSpPr>
      <p:grpSpPr>
        <a:xfrm>
          <a:off x="0" y="0"/>
          <a:ext cx="0" cy="0"/>
          <a:chOff x="0" y="0"/>
          <a:chExt cx="0" cy="0"/>
        </a:xfrm>
      </p:grpSpPr>
      <p:pic>
        <p:nvPicPr>
          <p:cNvPr id="78" name="Shape 7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79"/>
        <p:cNvGrpSpPr/>
        <p:nvPr/>
      </p:nvGrpSpPr>
      <p:grpSpPr>
        <a:xfrm>
          <a:off x="0" y="0"/>
          <a:ext cx="0" cy="0"/>
          <a:chOff x="0" y="0"/>
          <a:chExt cx="0" cy="0"/>
        </a:xfrm>
      </p:grpSpPr>
      <p:pic>
        <p:nvPicPr>
          <p:cNvPr id="80" name="Shape 80"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81"/>
        <p:cNvGrpSpPr/>
        <p:nvPr/>
      </p:nvGrpSpPr>
      <p:grpSpPr>
        <a:xfrm>
          <a:off x="0" y="0"/>
          <a:ext cx="0" cy="0"/>
          <a:chOff x="0" y="0"/>
          <a:chExt cx="0" cy="0"/>
        </a:xfrm>
      </p:grpSpPr>
      <p:pic>
        <p:nvPicPr>
          <p:cNvPr id="82" name="Shape 8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83"/>
        <p:cNvGrpSpPr/>
        <p:nvPr/>
      </p:nvGrpSpPr>
      <p:grpSpPr>
        <a:xfrm>
          <a:off x="0" y="0"/>
          <a:ext cx="0" cy="0"/>
          <a:chOff x="0" y="0"/>
          <a:chExt cx="0" cy="0"/>
        </a:xfrm>
      </p:grpSpPr>
      <p:pic>
        <p:nvPicPr>
          <p:cNvPr id="84" name="Shape 8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85"/>
        <p:cNvGrpSpPr/>
        <p:nvPr/>
      </p:nvGrpSpPr>
      <p:grpSpPr>
        <a:xfrm>
          <a:off x="0" y="0"/>
          <a:ext cx="0" cy="0"/>
          <a:chOff x="0" y="0"/>
          <a:chExt cx="0" cy="0"/>
        </a:xfrm>
      </p:grpSpPr>
      <p:pic>
        <p:nvPicPr>
          <p:cNvPr id="86" name="Shape 8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Course Title and Author Name">
    <p:bg>
      <p:bgPr>
        <a:solidFill>
          <a:srgbClr val="F37021"/>
        </a:solidFill>
        <a:effectLst/>
      </p:bgPr>
    </p:bg>
    <p:spTree>
      <p:nvGrpSpPr>
        <p:cNvPr id="1" name="Shape 91"/>
        <p:cNvGrpSpPr/>
        <p:nvPr/>
      </p:nvGrpSpPr>
      <p:grpSpPr>
        <a:xfrm>
          <a:off x="0" y="0"/>
          <a:ext cx="0" cy="0"/>
          <a:chOff x="0" y="0"/>
          <a:chExt cx="0" cy="0"/>
        </a:xfrm>
      </p:grpSpPr>
      <p:sp>
        <p:nvSpPr>
          <p:cNvPr id="92" name="Shape 92"/>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3" name="Shape 93"/>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ection and Subsection Title">
    <p:bg>
      <p:bgPr>
        <a:solidFill>
          <a:srgbClr val="F37021"/>
        </a:solidFill>
        <a:effectLst/>
      </p:bgPr>
    </p:bg>
    <p:spTree>
      <p:nvGrpSpPr>
        <p:cNvPr id="1" name="Shape 94"/>
        <p:cNvGrpSpPr/>
        <p:nvPr/>
      </p:nvGrpSpPr>
      <p:grpSpPr>
        <a:xfrm>
          <a:off x="0" y="0"/>
          <a:ext cx="0" cy="0"/>
          <a:chOff x="0" y="0"/>
          <a:chExt cx="0" cy="0"/>
        </a:xfrm>
      </p:grpSpPr>
      <p:sp>
        <p:nvSpPr>
          <p:cNvPr id="95" name="Shape 95"/>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6" name="Shape 96"/>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110"/>
        <p:cNvGrpSpPr/>
        <p:nvPr/>
      </p:nvGrpSpPr>
      <p:grpSpPr>
        <a:xfrm>
          <a:off x="0" y="0"/>
          <a:ext cx="0" cy="0"/>
          <a:chOff x="0" y="0"/>
          <a:chExt cx="0" cy="0"/>
        </a:xfrm>
      </p:grpSpPr>
      <p:sp>
        <p:nvSpPr>
          <p:cNvPr id="111" name="Shape 111"/>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12" name="Shape 112"/>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13" name="Shape 113"/>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Caption">
    <p:spTree>
      <p:nvGrpSpPr>
        <p:cNvPr id="1" name="Shape 133"/>
        <p:cNvGrpSpPr/>
        <p:nvPr/>
      </p:nvGrpSpPr>
      <p:grpSpPr>
        <a:xfrm>
          <a:off x="0" y="0"/>
          <a:ext cx="0" cy="0"/>
          <a:chOff x="0" y="0"/>
          <a:chExt cx="0" cy="0"/>
        </a:xfrm>
      </p:grpSpPr>
      <p:sp>
        <p:nvSpPr>
          <p:cNvPr id="134" name="Shape 134"/>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35" name="Shape 135"/>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36" name="Shape 136"/>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140"/>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144"/>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Blank (Classic)">
    <p:bg>
      <p:bgPr>
        <a:solidFill>
          <a:srgbClr val="F37021"/>
        </a:solidFill>
        <a:effectLst/>
      </p:bgPr>
    </p:bg>
    <p:spTree>
      <p:nvGrpSpPr>
        <p:cNvPr id="1" name="Shape 145"/>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146"/>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147"/>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148"/>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149"/>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1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32.xml"/><Relationship Id="rId12" Type="http://schemas.openxmlformats.org/officeDocument/2006/relationships/slideLayout" Target="../slideLayouts/slideLayout33.xml"/><Relationship Id="rId13" Type="http://schemas.openxmlformats.org/officeDocument/2006/relationships/theme" Target="../theme/theme2.xml"/><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 Id="rId9" Type="http://schemas.openxmlformats.org/officeDocument/2006/relationships/slideLayout" Target="../slideLayouts/slideLayout30.xml"/><Relationship Id="rId10"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7" name="Shape 7"/>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8" name="Shape 8"/>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333333"/>
        </a:solidFill>
        <a:effectLst/>
      </p:bgPr>
    </p:bg>
    <p:spTree>
      <p:nvGrpSpPr>
        <p:cNvPr id="1" name="Shape 87"/>
        <p:cNvGrpSpPr/>
        <p:nvPr/>
      </p:nvGrpSpPr>
      <p:grpSpPr>
        <a:xfrm>
          <a:off x="0" y="0"/>
          <a:ext cx="0" cy="0"/>
          <a:chOff x="0" y="0"/>
          <a:chExt cx="0" cy="0"/>
        </a:xfrm>
      </p:grpSpPr>
      <p:sp>
        <p:nvSpPr>
          <p:cNvPr id="88" name="Shape 88"/>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89" name="Shape 89"/>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90" name="Shape 90"/>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69" r:id="rId1"/>
    <p:sldLayoutId id="2147483670" r:id="rId2"/>
    <p:sldLayoutId id="2147483674" r:id="rId3"/>
    <p:sldLayoutId id="2147483679" r:id="rId4"/>
    <p:sldLayoutId id="2147483681" r:id="rId5"/>
    <p:sldLayoutId id="2147483683" r:id="rId6"/>
    <p:sldLayoutId id="2147483684" r:id="rId7"/>
    <p:sldLayoutId id="2147483685" r:id="rId8"/>
    <p:sldLayoutId id="2147483686" r:id="rId9"/>
    <p:sldLayoutId id="2147483687" r:id="rId10"/>
    <p:sldLayoutId id="2147483688" r:id="rId11"/>
    <p:sldLayoutId id="214748368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166"/>
        <p:cNvGrpSpPr/>
        <p:nvPr/>
      </p:nvGrpSpPr>
      <p:grpSpPr>
        <a:xfrm>
          <a:off x="0" y="0"/>
          <a:ext cx="0" cy="0"/>
          <a:chOff x="0" y="0"/>
          <a:chExt cx="0" cy="0"/>
        </a:xfrm>
      </p:grpSpPr>
      <p:sp>
        <p:nvSpPr>
          <p:cNvPr id="167" name="Shape 167"/>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rtl="0">
              <a:spcBef>
                <a:spcPts val="0"/>
              </a:spcBef>
              <a:buNone/>
            </a:pPr>
            <a:r>
              <a:rPr lang="en-US" dirty="0" smtClean="0"/>
              <a:t>Creating modules</a:t>
            </a:r>
            <a:endParaRPr lang="en" dirty="0"/>
          </a:p>
        </p:txBody>
      </p:sp>
      <p:sp>
        <p:nvSpPr>
          <p:cNvPr id="168" name="Shape 168"/>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rtl="0">
              <a:spcBef>
                <a:spcPts val="0"/>
              </a:spcBef>
              <a:buNone/>
            </a:pPr>
            <a:r>
              <a:rPr lang="en-US" dirty="0" smtClean="0"/>
              <a:t>Modules explained</a:t>
            </a:r>
            <a:endParaRPr lang="e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dirty="0"/>
              <a:t>In this video, we’re going to take a look at…</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dirty="0" smtClean="0">
                <a:solidFill>
                  <a:srgbClr val="434343"/>
                </a:solidFill>
              </a:rPr>
              <a:t>Creating our own modules</a:t>
            </a:r>
          </a:p>
          <a:p>
            <a:pPr marL="457200" indent="-355600">
              <a:buClr>
                <a:srgbClr val="434343"/>
              </a:buClr>
              <a:buFont typeface="Calibri"/>
              <a:buChar char="●"/>
            </a:pPr>
            <a:r>
              <a:rPr lang="en-US" sz="2000" dirty="0">
                <a:solidFill>
                  <a:srgbClr val="434343"/>
                </a:solidFill>
              </a:rPr>
              <a:t>“Exposed” vs “other” modules</a:t>
            </a:r>
          </a:p>
          <a:p>
            <a:pPr marL="457200" lvl="0" indent="-355600" rtl="0">
              <a:spcBef>
                <a:spcPts val="0"/>
              </a:spcBef>
              <a:buClr>
                <a:srgbClr val="434343"/>
              </a:buClr>
              <a:buSzPct val="100000"/>
              <a:buChar char="●"/>
            </a:pPr>
            <a:r>
              <a:rPr lang="en-US" sz="2000" dirty="0" smtClean="0">
                <a:solidFill>
                  <a:srgbClr val="434343"/>
                </a:solidFill>
              </a:rPr>
              <a:t>Exporting names from modules</a:t>
            </a:r>
          </a:p>
          <a:p>
            <a:pPr marL="457200" lvl="0" indent="-355600" rtl="0">
              <a:spcBef>
                <a:spcPts val="0"/>
              </a:spcBef>
              <a:buClr>
                <a:srgbClr val="434343"/>
              </a:buClr>
              <a:buSzPct val="100000"/>
              <a:buChar char="●"/>
            </a:pPr>
            <a:r>
              <a:rPr lang="en-US" sz="2000" dirty="0" smtClean="0">
                <a:solidFill>
                  <a:srgbClr val="434343"/>
                </a:solidFill>
              </a:rPr>
              <a:t>Re-exporting names</a:t>
            </a:r>
          </a:p>
          <a:p>
            <a:pPr marL="457200" lvl="0" indent="-355600" rtl="0">
              <a:spcBef>
                <a:spcPts val="0"/>
              </a:spcBef>
              <a:buClr>
                <a:srgbClr val="434343"/>
              </a:buClr>
              <a:buSzPct val="100000"/>
              <a:buChar char="●"/>
            </a:pPr>
            <a:r>
              <a:rPr lang="en-US" sz="2000" dirty="0" smtClean="0">
                <a:solidFill>
                  <a:srgbClr val="434343"/>
                </a:solidFill>
              </a:rPr>
              <a:t>“Umbrella” modules</a:t>
            </a:r>
          </a:p>
        </p:txBody>
      </p:sp>
    </p:spTree>
    <p:extLst>
      <p:ext uri="{BB962C8B-B14F-4D97-AF65-F5344CB8AC3E}">
        <p14:creationId xmlns:p14="http://schemas.microsoft.com/office/powerpoint/2010/main" val="659172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Shape 272"/>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rtl="0">
              <a:spcBef>
                <a:spcPts val="0"/>
              </a:spcBef>
              <a:buNone/>
            </a:pPr>
            <a:r>
              <a:rPr lang="en"/>
              <a:t>Next Video</a:t>
            </a:r>
          </a:p>
        </p:txBody>
      </p:sp>
      <p:sp>
        <p:nvSpPr>
          <p:cNvPr id="273" name="Shape 273"/>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rtl="0">
              <a:spcBef>
                <a:spcPts val="0"/>
              </a:spcBef>
              <a:buNone/>
            </a:pPr>
            <a:r>
              <a:rPr lang="en-US" smtClean="0"/>
              <a:t>Consuming modules</a:t>
            </a:r>
            <a:endParaRPr lang="en" dirty="0"/>
          </a:p>
        </p:txBody>
      </p:sp>
    </p:spTree>
  </p:cSld>
  <p:clrMapOvr>
    <a:masterClrMapping/>
  </p:clrMapOvr>
</p:sld>
</file>

<file path=ppt/theme/theme1.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154</TotalTime>
  <Words>115</Words>
  <Application>Microsoft Macintosh PowerPoint</Application>
  <PresentationFormat>On-screen Show (16:9)</PresentationFormat>
  <Paragraphs>15</Paragraphs>
  <Slides>3</Slides>
  <Notes>3</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vt:i4>
      </vt:variant>
    </vt:vector>
  </HeadingPairs>
  <TitlesOfParts>
    <vt:vector size="9" baseType="lpstr">
      <vt:lpstr>Calibri</vt:lpstr>
      <vt:lpstr>Roboto</vt:lpstr>
      <vt:lpstr>Wingdings</vt:lpstr>
      <vt:lpstr>Arial</vt:lpstr>
      <vt:lpstr>Packt</vt:lpstr>
      <vt:lpstr>Packt</vt:lpstr>
      <vt:lpstr>Creating modules</vt:lpstr>
      <vt:lpstr>In this video, we’re going to take a look at…</vt:lpstr>
      <vt:lpstr>Next Video</vt:lpstr>
    </vt:vector>
  </TitlesOfParts>
  <LinksUpToDate>false</LinksUpToDate>
  <SharedDoc>false</SharedDoc>
  <HyperlinksChanged>false</HyperlinksChanged>
  <AppVersion>15.0032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Subsection Title</dc:title>
  <cp:lastModifiedBy>Richard Cook</cp:lastModifiedBy>
  <cp:revision>14</cp:revision>
  <dcterms:modified xsi:type="dcterms:W3CDTF">2017-04-02T19:43:30Z</dcterms:modified>
</cp:coreProperties>
</file>