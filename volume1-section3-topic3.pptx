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8" r:id="rId3"/>
    <p:sldId id="259" r:id="rId4"/>
    <p:sldId id="262" r:id="rId5"/>
    <p:sldId id="263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76" d="100"/>
          <a:sy n="76" d="100"/>
        </p:scale>
        <p:origin x="1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</a:t>
            </a:r>
            <a:r>
              <a:rPr lang="en-US" sz="3333" b="1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3.3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Algebraic data types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801917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What is an algebraic data type?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Sum 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Product 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Record syntax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Predefined algebraic data types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Algebraic data types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Do not confuse them with </a:t>
            </a:r>
            <a:r>
              <a:rPr lang="en-US" sz="2399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abstract data </a:t>
            </a:r>
            <a:r>
              <a:rPr lang="en-US" sz="2399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i="1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Composite data 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Sum 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Product types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05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Predefined algebraic data types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432713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Bool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Numeric types, characters and strings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Lists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Tuples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Unit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59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smtClean="0">
                <a:solidFill>
                  <a:prstClr val="white"/>
                </a:solidFill>
                <a:latin typeface="Segoe UI Light" panose="020B0502040204020203" pitchFamily="34" charset="0"/>
              </a:rPr>
              <a:t>Type classes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78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Calibri</vt:lpstr>
      <vt:lpstr>Century Gothic</vt:lpstr>
      <vt:lpstr>Gisha</vt:lpstr>
      <vt:lpstr>Segoe UI Light</vt:lpstr>
      <vt:lpstr>Arial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31</cp:revision>
  <dcterms:created xsi:type="dcterms:W3CDTF">2015-06-11T06:54:04Z</dcterms:created>
  <dcterms:modified xsi:type="dcterms:W3CDTF">2017-03-04T20:08:42Z</dcterms:modified>
</cp:coreProperties>
</file>